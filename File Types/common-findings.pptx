
<file path=[Content_Types].xml><?xml version="1.0" encoding="utf-8"?>
<Types xmlns="http://schemas.openxmlformats.org/package/2006/content-types">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6"/>
  </p:sldMasterIdLst>
  <p:notesMasterIdLst>
    <p:notesMasterId r:id="rId42"/>
  </p:notesMasterIdLst>
  <p:handoutMasterIdLst>
    <p:handoutMasterId r:id="rId43"/>
  </p:handoutMasterIdLst>
  <p:sldIdLst>
    <p:sldId id="273" r:id="rId7"/>
    <p:sldId id="274" r:id="rId8"/>
    <p:sldId id="290" r:id="rId9"/>
    <p:sldId id="291" r:id="rId10"/>
    <p:sldId id="292" r:id="rId11"/>
    <p:sldId id="349" r:id="rId12"/>
    <p:sldId id="293" r:id="rId13"/>
    <p:sldId id="294" r:id="rId14"/>
    <p:sldId id="295" r:id="rId15"/>
    <p:sldId id="297" r:id="rId16"/>
    <p:sldId id="322" r:id="rId17"/>
    <p:sldId id="323" r:id="rId18"/>
    <p:sldId id="296" r:id="rId19"/>
    <p:sldId id="299" r:id="rId20"/>
    <p:sldId id="324" r:id="rId21"/>
    <p:sldId id="325" r:id="rId22"/>
    <p:sldId id="326" r:id="rId23"/>
    <p:sldId id="327" r:id="rId24"/>
    <p:sldId id="328" r:id="rId25"/>
    <p:sldId id="329" r:id="rId26"/>
    <p:sldId id="330" r:id="rId27"/>
    <p:sldId id="331" r:id="rId28"/>
    <p:sldId id="332" r:id="rId29"/>
    <p:sldId id="333" r:id="rId30"/>
    <p:sldId id="334" r:id="rId31"/>
    <p:sldId id="335" r:id="rId32"/>
    <p:sldId id="336" r:id="rId33"/>
    <p:sldId id="337" r:id="rId34"/>
    <p:sldId id="338" r:id="rId35"/>
    <p:sldId id="339" r:id="rId36"/>
    <p:sldId id="350" r:id="rId37"/>
    <p:sldId id="351" r:id="rId38"/>
    <p:sldId id="352" r:id="rId39"/>
    <p:sldId id="340" r:id="rId40"/>
    <p:sldId id="348" r:id="rId41"/>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Arial" pitchFamily="34" charset="0"/>
        <a:ea typeface="ＭＳ Ｐゴシック" pitchFamily="34" charset="-128"/>
        <a:cs typeface="+mn-cs"/>
      </a:defRPr>
    </a:lvl1pPr>
    <a:lvl2pPr marL="457200" algn="l" rtl="0" eaLnBrk="0" fontAlgn="base" hangingPunct="0">
      <a:spcBef>
        <a:spcPct val="0"/>
      </a:spcBef>
      <a:spcAft>
        <a:spcPct val="0"/>
      </a:spcAft>
      <a:defRPr sz="2400" kern="1200">
        <a:solidFill>
          <a:schemeClr val="tx1"/>
        </a:solidFill>
        <a:latin typeface="Arial" pitchFamily="34" charset="0"/>
        <a:ea typeface="ＭＳ Ｐゴシック" pitchFamily="34" charset="-128"/>
        <a:cs typeface="+mn-cs"/>
      </a:defRPr>
    </a:lvl2pPr>
    <a:lvl3pPr marL="914400" algn="l" rtl="0" eaLnBrk="0" fontAlgn="base" hangingPunct="0">
      <a:spcBef>
        <a:spcPct val="0"/>
      </a:spcBef>
      <a:spcAft>
        <a:spcPct val="0"/>
      </a:spcAft>
      <a:defRPr sz="2400" kern="1200">
        <a:solidFill>
          <a:schemeClr val="tx1"/>
        </a:solidFill>
        <a:latin typeface="Arial" pitchFamily="34" charset="0"/>
        <a:ea typeface="ＭＳ Ｐゴシック" pitchFamily="34" charset="-128"/>
        <a:cs typeface="+mn-cs"/>
      </a:defRPr>
    </a:lvl3pPr>
    <a:lvl4pPr marL="1371600" algn="l" rtl="0" eaLnBrk="0" fontAlgn="base" hangingPunct="0">
      <a:spcBef>
        <a:spcPct val="0"/>
      </a:spcBef>
      <a:spcAft>
        <a:spcPct val="0"/>
      </a:spcAft>
      <a:defRPr sz="2400" kern="1200">
        <a:solidFill>
          <a:schemeClr val="tx1"/>
        </a:solidFill>
        <a:latin typeface="Arial" pitchFamily="34" charset="0"/>
        <a:ea typeface="ＭＳ Ｐゴシック" pitchFamily="34" charset="-128"/>
        <a:cs typeface="+mn-cs"/>
      </a:defRPr>
    </a:lvl4pPr>
    <a:lvl5pPr marL="1828800" algn="l" rtl="0" eaLnBrk="0" fontAlgn="base" hangingPunct="0">
      <a:spcBef>
        <a:spcPct val="0"/>
      </a:spcBef>
      <a:spcAft>
        <a:spcPct val="0"/>
      </a:spcAft>
      <a:defRPr sz="2400" kern="1200">
        <a:solidFill>
          <a:schemeClr val="tx1"/>
        </a:solidFill>
        <a:latin typeface="Arial" pitchFamily="34" charset="0"/>
        <a:ea typeface="ＭＳ Ｐゴシック" pitchFamily="34" charset="-128"/>
        <a:cs typeface="+mn-cs"/>
      </a:defRPr>
    </a:lvl5pPr>
    <a:lvl6pPr marL="2286000" algn="l" defTabSz="914400" rtl="0" eaLnBrk="1" latinLnBrk="0" hangingPunct="1">
      <a:defRPr sz="2400" kern="1200">
        <a:solidFill>
          <a:schemeClr val="tx1"/>
        </a:solidFill>
        <a:latin typeface="Arial" pitchFamily="34" charset="0"/>
        <a:ea typeface="ＭＳ Ｐゴシック" pitchFamily="34" charset="-128"/>
        <a:cs typeface="+mn-cs"/>
      </a:defRPr>
    </a:lvl6pPr>
    <a:lvl7pPr marL="2743200" algn="l" defTabSz="914400" rtl="0" eaLnBrk="1" latinLnBrk="0" hangingPunct="1">
      <a:defRPr sz="2400" kern="1200">
        <a:solidFill>
          <a:schemeClr val="tx1"/>
        </a:solidFill>
        <a:latin typeface="Arial" pitchFamily="34" charset="0"/>
        <a:ea typeface="ＭＳ Ｐゴシック" pitchFamily="34" charset="-128"/>
        <a:cs typeface="+mn-cs"/>
      </a:defRPr>
    </a:lvl7pPr>
    <a:lvl8pPr marL="3200400" algn="l" defTabSz="914400" rtl="0" eaLnBrk="1" latinLnBrk="0" hangingPunct="1">
      <a:defRPr sz="2400" kern="1200">
        <a:solidFill>
          <a:schemeClr val="tx1"/>
        </a:solidFill>
        <a:latin typeface="Arial" pitchFamily="34" charset="0"/>
        <a:ea typeface="ＭＳ Ｐゴシック" pitchFamily="34" charset="-128"/>
        <a:cs typeface="+mn-cs"/>
      </a:defRPr>
    </a:lvl8pPr>
    <a:lvl9pPr marL="3657600" algn="l" defTabSz="914400" rtl="0" eaLnBrk="1" latinLnBrk="0" hangingPunct="1">
      <a:defRPr sz="2400" kern="1200">
        <a:solidFill>
          <a:schemeClr val="tx1"/>
        </a:solidFill>
        <a:latin typeface="Arial" pitchFamily="34" charset="0"/>
        <a:ea typeface="ＭＳ Ｐゴシック" pitchFamily="34" charset="-128"/>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166494"/>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6331" autoAdjust="0"/>
  </p:normalViewPr>
  <p:slideViewPr>
    <p:cSldViewPr>
      <p:cViewPr>
        <p:scale>
          <a:sx n="82" d="100"/>
          <a:sy n="82" d="100"/>
        </p:scale>
        <p:origin x="-1608" y="864"/>
      </p:cViewPr>
      <p:guideLst>
        <p:guide orient="horz" pos="2160"/>
        <p:guide pos="2880"/>
      </p:guideLst>
    </p:cSldViewPr>
  </p:slideViewPr>
  <p:notesTextViewPr>
    <p:cViewPr>
      <p:scale>
        <a:sx n="100" d="100"/>
        <a:sy n="100" d="100"/>
      </p:scale>
      <p:origin x="0" y="3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slide" Target="slides/slide35.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viewProps" Target="viewProps.xml"/><Relationship Id="rId5" Type="http://schemas.openxmlformats.org/officeDocument/2006/relationships/customXml" Target="../customXml/item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handoutMaster" Target="handoutMasters/handoutMaster1.xml"/></Relationships>
</file>

<file path=ppt/charts/_rels/chart1.xml.rels><?xml version="1.0" encoding="UTF-8" standalone="yes"?>
<Relationships xmlns="http://schemas.openxmlformats.org/package/2006/relationships"><Relationship Id="rId2" Type="http://schemas.openxmlformats.org/officeDocument/2006/relationships/oleObject" Target="file:///C:\Users\cwall\AppData\Local\Microsoft\Windows\Temporary%20Internet%20Files\Content.Outlook\OJL7R310\School%20GASB%2067%20Chart.xlsx" TargetMode="External"/><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a:pPr>
            <a:r>
              <a:rPr lang="en-US" dirty="0">
                <a:solidFill>
                  <a:schemeClr val="bg2">
                    <a:lumMod val="75000"/>
                  </a:schemeClr>
                </a:solidFill>
              </a:rPr>
              <a:t>Number</a:t>
            </a:r>
            <a:r>
              <a:rPr lang="en-US" baseline="0" dirty="0">
                <a:solidFill>
                  <a:schemeClr val="bg2">
                    <a:lumMod val="75000"/>
                  </a:schemeClr>
                </a:solidFill>
              </a:rPr>
              <a:t> and Type of School GASB 67 Findings</a:t>
            </a:r>
            <a:endParaRPr lang="en-US" dirty="0">
              <a:solidFill>
                <a:schemeClr val="bg2">
                  <a:lumMod val="75000"/>
                </a:schemeClr>
              </a:solidFill>
            </a:endParaRPr>
          </a:p>
        </c:rich>
      </c:tx>
      <c:layout/>
      <c:overlay val="0"/>
    </c:title>
    <c:autoTitleDeleted val="0"/>
    <c:plotArea>
      <c:layout/>
      <c:barChart>
        <c:barDir val="col"/>
        <c:grouping val="stacked"/>
        <c:varyColors val="0"/>
        <c:ser>
          <c:idx val="2"/>
          <c:order val="0"/>
          <c:tx>
            <c:strRef>
              <c:f>Data!$E$35</c:f>
              <c:strCache>
                <c:ptCount val="1"/>
                <c:pt idx="0">
                  <c:v>No Findings</c:v>
                </c:pt>
              </c:strCache>
            </c:strRef>
          </c:tx>
          <c:spPr>
            <a:solidFill>
              <a:srgbClr val="92D050"/>
            </a:solidFill>
          </c:spPr>
          <c:invertIfNegative val="0"/>
          <c:dLbls>
            <c:dLbl>
              <c:idx val="0"/>
              <c:delete val="1"/>
            </c:dLbl>
            <c:dLblPos val="ctr"/>
            <c:showLegendKey val="0"/>
            <c:showVal val="1"/>
            <c:showCatName val="0"/>
            <c:showSerName val="0"/>
            <c:showPercent val="0"/>
            <c:showBubbleSize val="0"/>
            <c:showLeaderLines val="0"/>
          </c:dLbls>
          <c:cat>
            <c:strRef>
              <c:f>Data!$F$32:$M$32</c:f>
              <c:strCache>
                <c:ptCount val="8"/>
                <c:pt idx="0">
                  <c:v>Employment
Status</c:v>
                </c:pt>
                <c:pt idx="1">
                  <c:v>Employee
Name</c:v>
                </c:pt>
                <c:pt idx="2">
                  <c:v>Classification</c:v>
                </c:pt>
                <c:pt idx="3">
                  <c:v>Gender</c:v>
                </c:pt>
                <c:pt idx="4">
                  <c:v>Date 
of Birth</c:v>
                </c:pt>
                <c:pt idx="5">
                  <c:v>Payrate/
Earnings</c:v>
                </c:pt>
                <c:pt idx="6">
                  <c:v>Special 
Compensation</c:v>
                </c:pt>
                <c:pt idx="7">
                  <c:v>Service
Credit</c:v>
                </c:pt>
              </c:strCache>
            </c:strRef>
          </c:cat>
          <c:val>
            <c:numRef>
              <c:f>Data!$F$35:$M$35</c:f>
              <c:numCache>
                <c:formatCode>General</c:formatCode>
                <c:ptCount val="8"/>
                <c:pt idx="0">
                  <c:v>0</c:v>
                </c:pt>
                <c:pt idx="1">
                  <c:v>26</c:v>
                </c:pt>
                <c:pt idx="2">
                  <c:v>28</c:v>
                </c:pt>
                <c:pt idx="3">
                  <c:v>22</c:v>
                </c:pt>
                <c:pt idx="4">
                  <c:v>25</c:v>
                </c:pt>
                <c:pt idx="5">
                  <c:v>20</c:v>
                </c:pt>
                <c:pt idx="6">
                  <c:v>23</c:v>
                </c:pt>
                <c:pt idx="7">
                  <c:v>25</c:v>
                </c:pt>
              </c:numCache>
            </c:numRef>
          </c:val>
        </c:ser>
        <c:ser>
          <c:idx val="1"/>
          <c:order val="1"/>
          <c:tx>
            <c:strRef>
              <c:f>Data!$E$34</c:f>
              <c:strCache>
                <c:ptCount val="1"/>
                <c:pt idx="0">
                  <c:v>5 or Fewer Employees</c:v>
                </c:pt>
              </c:strCache>
            </c:strRef>
          </c:tx>
          <c:spPr>
            <a:solidFill>
              <a:srgbClr val="FFFF00"/>
            </a:solidFill>
          </c:spPr>
          <c:invertIfNegative val="0"/>
          <c:dLbls>
            <c:dLbl>
              <c:idx val="0"/>
              <c:delete val="1"/>
            </c:dLbl>
            <c:dLbl>
              <c:idx val="2"/>
              <c:delete val="1"/>
            </c:dLbl>
            <c:dLblPos val="ctr"/>
            <c:showLegendKey val="0"/>
            <c:showVal val="1"/>
            <c:showCatName val="0"/>
            <c:showSerName val="0"/>
            <c:showPercent val="0"/>
            <c:showBubbleSize val="0"/>
            <c:showLeaderLines val="0"/>
          </c:dLbls>
          <c:cat>
            <c:strRef>
              <c:f>Data!$F$32:$M$32</c:f>
              <c:strCache>
                <c:ptCount val="8"/>
                <c:pt idx="0">
                  <c:v>Employment
Status</c:v>
                </c:pt>
                <c:pt idx="1">
                  <c:v>Employee
Name</c:v>
                </c:pt>
                <c:pt idx="2">
                  <c:v>Classification</c:v>
                </c:pt>
                <c:pt idx="3">
                  <c:v>Gender</c:v>
                </c:pt>
                <c:pt idx="4">
                  <c:v>Date 
of Birth</c:v>
                </c:pt>
                <c:pt idx="5">
                  <c:v>Payrate/
Earnings</c:v>
                </c:pt>
                <c:pt idx="6">
                  <c:v>Special 
Compensation</c:v>
                </c:pt>
                <c:pt idx="7">
                  <c:v>Service
Credit</c:v>
                </c:pt>
              </c:strCache>
            </c:strRef>
          </c:cat>
          <c:val>
            <c:numRef>
              <c:f>Data!$F$34:$M$34</c:f>
              <c:numCache>
                <c:formatCode>General</c:formatCode>
                <c:ptCount val="8"/>
                <c:pt idx="0">
                  <c:v>0</c:v>
                </c:pt>
                <c:pt idx="1">
                  <c:v>2</c:v>
                </c:pt>
                <c:pt idx="2">
                  <c:v>0</c:v>
                </c:pt>
                <c:pt idx="3">
                  <c:v>6</c:v>
                </c:pt>
                <c:pt idx="4">
                  <c:v>3</c:v>
                </c:pt>
                <c:pt idx="5">
                  <c:v>8</c:v>
                </c:pt>
                <c:pt idx="6">
                  <c:v>5</c:v>
                </c:pt>
                <c:pt idx="7">
                  <c:v>2</c:v>
                </c:pt>
              </c:numCache>
            </c:numRef>
          </c:val>
        </c:ser>
        <c:ser>
          <c:idx val="0"/>
          <c:order val="2"/>
          <c:tx>
            <c:strRef>
              <c:f>Data!$E$33</c:f>
              <c:strCache>
                <c:ptCount val="1"/>
                <c:pt idx="0">
                  <c:v>More than 5 Employees</c:v>
                </c:pt>
              </c:strCache>
            </c:strRef>
          </c:tx>
          <c:spPr>
            <a:solidFill>
              <a:srgbClr val="FF0000"/>
            </a:solidFill>
          </c:spPr>
          <c:invertIfNegative val="0"/>
          <c:dLbls>
            <c:dLbl>
              <c:idx val="1"/>
              <c:delete val="1"/>
            </c:dLbl>
            <c:dLbl>
              <c:idx val="2"/>
              <c:delete val="1"/>
            </c:dLbl>
            <c:dLbl>
              <c:idx val="3"/>
              <c:delete val="1"/>
            </c:dLbl>
            <c:dLbl>
              <c:idx val="4"/>
              <c:delete val="1"/>
            </c:dLbl>
            <c:dLbl>
              <c:idx val="5"/>
              <c:delete val="1"/>
            </c:dLbl>
            <c:dLbl>
              <c:idx val="6"/>
              <c:delete val="1"/>
            </c:dLbl>
            <c:dLblPos val="ctr"/>
            <c:showLegendKey val="0"/>
            <c:showVal val="1"/>
            <c:showCatName val="0"/>
            <c:showSerName val="0"/>
            <c:showPercent val="0"/>
            <c:showBubbleSize val="0"/>
            <c:showLeaderLines val="0"/>
          </c:dLbls>
          <c:cat>
            <c:strRef>
              <c:f>Data!$F$32:$M$32</c:f>
              <c:strCache>
                <c:ptCount val="8"/>
                <c:pt idx="0">
                  <c:v>Employment
Status</c:v>
                </c:pt>
                <c:pt idx="1">
                  <c:v>Employee
Name</c:v>
                </c:pt>
                <c:pt idx="2">
                  <c:v>Classification</c:v>
                </c:pt>
                <c:pt idx="3">
                  <c:v>Gender</c:v>
                </c:pt>
                <c:pt idx="4">
                  <c:v>Date 
of Birth</c:v>
                </c:pt>
                <c:pt idx="5">
                  <c:v>Payrate/
Earnings</c:v>
                </c:pt>
                <c:pt idx="6">
                  <c:v>Special 
Compensation</c:v>
                </c:pt>
                <c:pt idx="7">
                  <c:v>Service
Credit</c:v>
                </c:pt>
              </c:strCache>
            </c:strRef>
          </c:cat>
          <c:val>
            <c:numRef>
              <c:f>Data!$F$33:$M$33</c:f>
              <c:numCache>
                <c:formatCode>General</c:formatCode>
                <c:ptCount val="8"/>
                <c:pt idx="0">
                  <c:v>28</c:v>
                </c:pt>
                <c:pt idx="1">
                  <c:v>0</c:v>
                </c:pt>
                <c:pt idx="2">
                  <c:v>0</c:v>
                </c:pt>
                <c:pt idx="3">
                  <c:v>0</c:v>
                </c:pt>
                <c:pt idx="4">
                  <c:v>0</c:v>
                </c:pt>
                <c:pt idx="5">
                  <c:v>0</c:v>
                </c:pt>
                <c:pt idx="6">
                  <c:v>0</c:v>
                </c:pt>
                <c:pt idx="7">
                  <c:v>1</c:v>
                </c:pt>
              </c:numCache>
            </c:numRef>
          </c:val>
        </c:ser>
        <c:dLbls>
          <c:dLblPos val="ctr"/>
          <c:showLegendKey val="0"/>
          <c:showVal val="1"/>
          <c:showCatName val="0"/>
          <c:showSerName val="0"/>
          <c:showPercent val="0"/>
          <c:showBubbleSize val="0"/>
        </c:dLbls>
        <c:gapWidth val="150"/>
        <c:overlap val="100"/>
        <c:axId val="78663680"/>
        <c:axId val="78665216"/>
      </c:barChart>
      <c:catAx>
        <c:axId val="78663680"/>
        <c:scaling>
          <c:orientation val="minMax"/>
        </c:scaling>
        <c:delete val="0"/>
        <c:axPos val="b"/>
        <c:majorTickMark val="out"/>
        <c:minorTickMark val="none"/>
        <c:tickLblPos val="nextTo"/>
        <c:crossAx val="78665216"/>
        <c:crosses val="autoZero"/>
        <c:auto val="1"/>
        <c:lblAlgn val="ctr"/>
        <c:lblOffset val="100"/>
        <c:noMultiLvlLbl val="0"/>
      </c:catAx>
      <c:valAx>
        <c:axId val="78665216"/>
        <c:scaling>
          <c:orientation val="minMax"/>
        </c:scaling>
        <c:delete val="0"/>
        <c:axPos val="l"/>
        <c:majorGridlines/>
        <c:numFmt formatCode="General" sourceLinked="1"/>
        <c:majorTickMark val="out"/>
        <c:minorTickMark val="none"/>
        <c:tickLblPos val="nextTo"/>
        <c:crossAx val="78663680"/>
        <c:crosses val="autoZero"/>
        <c:crossBetween val="between"/>
      </c:valAx>
    </c:plotArea>
    <c:legend>
      <c:legendPos val="t"/>
      <c:layout/>
      <c:overlay val="0"/>
    </c:legend>
    <c:plotVisOnly val="1"/>
    <c:dispBlanksAs val="gap"/>
    <c:showDLblsOverMax val="0"/>
  </c:chart>
  <c:externalData r:id="rId2">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227D2B3-4DF0-4755-8518-81BE6DADF83E}"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1672880A-4C7B-4013-9F53-DEB95A8F5D10}">
      <dgm:prSet phldrT="[Text]" custT="1"/>
      <dgm:spPr>
        <a:solidFill>
          <a:srgbClr val="166494"/>
        </a:solidFill>
        <a:ln>
          <a:solidFill>
            <a:srgbClr val="166494"/>
          </a:solidFill>
        </a:ln>
      </dgm:spPr>
      <dgm:t>
        <a:bodyPr/>
        <a:lstStyle/>
        <a:p>
          <a:r>
            <a:rPr lang="en-US" sz="2400" b="1" dirty="0" smtClean="0"/>
            <a:t>Initiating the Review</a:t>
          </a:r>
          <a:endParaRPr lang="en-US" sz="2400" b="1" dirty="0"/>
        </a:p>
      </dgm:t>
    </dgm:pt>
    <dgm:pt modelId="{C71A66B9-FF04-4AA7-B081-0E32645C1EF2}" type="parTrans" cxnId="{6B9D3485-AC2C-47CE-B031-DBBF608C9B1F}">
      <dgm:prSet/>
      <dgm:spPr/>
      <dgm:t>
        <a:bodyPr/>
        <a:lstStyle/>
        <a:p>
          <a:endParaRPr lang="en-US"/>
        </a:p>
      </dgm:t>
    </dgm:pt>
    <dgm:pt modelId="{DBECC535-8D66-4051-962D-EC1AC403EB6D}" type="sibTrans" cxnId="{6B9D3485-AC2C-47CE-B031-DBBF608C9B1F}">
      <dgm:prSet/>
      <dgm:spPr/>
      <dgm:t>
        <a:bodyPr/>
        <a:lstStyle/>
        <a:p>
          <a:endParaRPr lang="en-US"/>
        </a:p>
      </dgm:t>
    </dgm:pt>
    <dgm:pt modelId="{6231C52D-FD22-4E51-8484-BB71188C5E8A}">
      <dgm:prSet phldrT="[Text]" custT="1"/>
      <dgm:spPr>
        <a:ln>
          <a:solidFill>
            <a:srgbClr val="166494"/>
          </a:solidFill>
        </a:ln>
      </dgm:spPr>
      <dgm:t>
        <a:bodyPr/>
        <a:lstStyle/>
        <a:p>
          <a:r>
            <a:rPr lang="en-US" sz="2000" dirty="0" smtClean="0"/>
            <a:t>Contact Agency and explain the review process</a:t>
          </a:r>
          <a:endParaRPr lang="en-US" sz="2000" dirty="0"/>
        </a:p>
      </dgm:t>
    </dgm:pt>
    <dgm:pt modelId="{9A49F08A-67B0-4E3D-9615-0083E063FA93}" type="parTrans" cxnId="{F62C5E81-CFED-452C-A681-55710C6A4C18}">
      <dgm:prSet/>
      <dgm:spPr/>
      <dgm:t>
        <a:bodyPr/>
        <a:lstStyle/>
        <a:p>
          <a:endParaRPr lang="en-US"/>
        </a:p>
      </dgm:t>
    </dgm:pt>
    <dgm:pt modelId="{CF1B1191-AFC7-4509-89D4-F05D80B23596}" type="sibTrans" cxnId="{F62C5E81-CFED-452C-A681-55710C6A4C18}">
      <dgm:prSet/>
      <dgm:spPr/>
      <dgm:t>
        <a:bodyPr/>
        <a:lstStyle/>
        <a:p>
          <a:endParaRPr lang="en-US"/>
        </a:p>
      </dgm:t>
    </dgm:pt>
    <dgm:pt modelId="{2A7BFE5E-74E6-4229-8320-CF25F0116647}">
      <dgm:prSet phldrT="[Text]" custT="1"/>
      <dgm:spPr>
        <a:ln>
          <a:solidFill>
            <a:srgbClr val="166494"/>
          </a:solidFill>
        </a:ln>
      </dgm:spPr>
      <dgm:t>
        <a:bodyPr/>
        <a:lstStyle/>
        <a:p>
          <a:r>
            <a:rPr lang="en-US" sz="2000" dirty="0" smtClean="0"/>
            <a:t>Schedule the fieldwork dates</a:t>
          </a:r>
          <a:endParaRPr lang="en-US" sz="2000" dirty="0"/>
        </a:p>
      </dgm:t>
    </dgm:pt>
    <dgm:pt modelId="{C14844A7-A081-4C77-AE43-07EEB8578B3D}" type="parTrans" cxnId="{C5B3E73F-EA4E-4F4B-8658-7A515AF42132}">
      <dgm:prSet/>
      <dgm:spPr/>
      <dgm:t>
        <a:bodyPr/>
        <a:lstStyle/>
        <a:p>
          <a:endParaRPr lang="en-US"/>
        </a:p>
      </dgm:t>
    </dgm:pt>
    <dgm:pt modelId="{1E473FAA-CD49-448B-B2B4-25DDEA437864}" type="sibTrans" cxnId="{C5B3E73F-EA4E-4F4B-8658-7A515AF42132}">
      <dgm:prSet/>
      <dgm:spPr/>
      <dgm:t>
        <a:bodyPr/>
        <a:lstStyle/>
        <a:p>
          <a:endParaRPr lang="en-US"/>
        </a:p>
      </dgm:t>
    </dgm:pt>
    <dgm:pt modelId="{A99D7C67-D780-44F4-A968-BF00C718445D}">
      <dgm:prSet phldrT="[Text]" custT="1"/>
      <dgm:spPr>
        <a:ln>
          <a:solidFill>
            <a:srgbClr val="166494"/>
          </a:solidFill>
        </a:ln>
      </dgm:spPr>
      <dgm:t>
        <a:bodyPr/>
        <a:lstStyle/>
        <a:p>
          <a:r>
            <a:rPr lang="en-US" sz="2000" dirty="0" smtClean="0"/>
            <a:t>Request information</a:t>
          </a:r>
          <a:endParaRPr lang="en-US" sz="2000" dirty="0"/>
        </a:p>
      </dgm:t>
    </dgm:pt>
    <dgm:pt modelId="{DCFAD224-A38A-402E-BEFA-FC7BABB390E2}" type="parTrans" cxnId="{54411ED4-F072-4B13-8A6C-7CEC2E7FBF8C}">
      <dgm:prSet/>
      <dgm:spPr/>
      <dgm:t>
        <a:bodyPr/>
        <a:lstStyle/>
        <a:p>
          <a:endParaRPr lang="en-US"/>
        </a:p>
      </dgm:t>
    </dgm:pt>
    <dgm:pt modelId="{28D76239-09C6-45F9-82E6-6DDF4816E7EB}" type="sibTrans" cxnId="{54411ED4-F072-4B13-8A6C-7CEC2E7FBF8C}">
      <dgm:prSet/>
      <dgm:spPr/>
      <dgm:t>
        <a:bodyPr/>
        <a:lstStyle/>
        <a:p>
          <a:endParaRPr lang="en-US"/>
        </a:p>
      </dgm:t>
    </dgm:pt>
    <dgm:pt modelId="{46AA1A3C-8207-4A80-B504-46322426D1DD}">
      <dgm:prSet phldrT="[Text]" custT="1"/>
      <dgm:spPr>
        <a:ln>
          <a:solidFill>
            <a:srgbClr val="166494"/>
          </a:solidFill>
        </a:ln>
      </dgm:spPr>
      <dgm:t>
        <a:bodyPr/>
        <a:lstStyle/>
        <a:p>
          <a:r>
            <a:rPr lang="en-US" sz="2000" dirty="0" smtClean="0"/>
            <a:t>Send engagement letter</a:t>
          </a:r>
          <a:endParaRPr lang="en-US" sz="2000" dirty="0"/>
        </a:p>
      </dgm:t>
    </dgm:pt>
    <dgm:pt modelId="{97840180-E720-43AB-A197-2C4DFE0FFFA7}" type="parTrans" cxnId="{02544C83-5140-420E-8971-1F0208BB21C4}">
      <dgm:prSet/>
      <dgm:spPr/>
      <dgm:t>
        <a:bodyPr/>
        <a:lstStyle/>
        <a:p>
          <a:endParaRPr lang="en-US"/>
        </a:p>
      </dgm:t>
    </dgm:pt>
    <dgm:pt modelId="{B4666096-8894-40A9-8256-29944CE6C8B3}" type="sibTrans" cxnId="{02544C83-5140-420E-8971-1F0208BB21C4}">
      <dgm:prSet/>
      <dgm:spPr/>
      <dgm:t>
        <a:bodyPr/>
        <a:lstStyle/>
        <a:p>
          <a:endParaRPr lang="en-US"/>
        </a:p>
      </dgm:t>
    </dgm:pt>
    <dgm:pt modelId="{659C1D8E-D01B-4EDA-AB82-B3508B008B0F}" type="pres">
      <dgm:prSet presAssocID="{5227D2B3-4DF0-4755-8518-81BE6DADF83E}" presName="CompostProcess" presStyleCnt="0">
        <dgm:presLayoutVars>
          <dgm:dir/>
          <dgm:resizeHandles val="exact"/>
        </dgm:presLayoutVars>
      </dgm:prSet>
      <dgm:spPr/>
      <dgm:t>
        <a:bodyPr/>
        <a:lstStyle/>
        <a:p>
          <a:endParaRPr lang="en-US"/>
        </a:p>
      </dgm:t>
    </dgm:pt>
    <dgm:pt modelId="{3F5F7FBF-1155-4284-A1AE-7AA8FF0C4B6C}" type="pres">
      <dgm:prSet presAssocID="{5227D2B3-4DF0-4755-8518-81BE6DADF83E}" presName="arrow" presStyleLbl="bgShp" presStyleIdx="0" presStyleCnt="1"/>
      <dgm:spPr/>
    </dgm:pt>
    <dgm:pt modelId="{AB62E8EA-982F-45B0-A2AF-CC942A8097BD}" type="pres">
      <dgm:prSet presAssocID="{5227D2B3-4DF0-4755-8518-81BE6DADF83E}" presName="linearProcess" presStyleCnt="0"/>
      <dgm:spPr/>
    </dgm:pt>
    <dgm:pt modelId="{71BAA500-5DA5-4C23-8301-CF47946EA8A4}" type="pres">
      <dgm:prSet presAssocID="{1672880A-4C7B-4013-9F53-DEB95A8F5D10}" presName="textNode" presStyleLbl="node1" presStyleIdx="0" presStyleCnt="1">
        <dgm:presLayoutVars>
          <dgm:bulletEnabled val="1"/>
        </dgm:presLayoutVars>
      </dgm:prSet>
      <dgm:spPr/>
      <dgm:t>
        <a:bodyPr/>
        <a:lstStyle/>
        <a:p>
          <a:endParaRPr lang="en-US"/>
        </a:p>
      </dgm:t>
    </dgm:pt>
  </dgm:ptLst>
  <dgm:cxnLst>
    <dgm:cxn modelId="{6DBCD274-FE43-414D-9DC8-7CFD1FDAD260}" type="presOf" srcId="{A99D7C67-D780-44F4-A968-BF00C718445D}" destId="{71BAA500-5DA5-4C23-8301-CF47946EA8A4}" srcOrd="0" destOrd="3" presId="urn:microsoft.com/office/officeart/2005/8/layout/hProcess9"/>
    <dgm:cxn modelId="{54411ED4-F072-4B13-8A6C-7CEC2E7FBF8C}" srcId="{1672880A-4C7B-4013-9F53-DEB95A8F5D10}" destId="{A99D7C67-D780-44F4-A968-BF00C718445D}" srcOrd="2" destOrd="0" parTransId="{DCFAD224-A38A-402E-BEFA-FC7BABB390E2}" sibTransId="{28D76239-09C6-45F9-82E6-6DDF4816E7EB}"/>
    <dgm:cxn modelId="{02544C83-5140-420E-8971-1F0208BB21C4}" srcId="{1672880A-4C7B-4013-9F53-DEB95A8F5D10}" destId="{46AA1A3C-8207-4A80-B504-46322426D1DD}" srcOrd="3" destOrd="0" parTransId="{97840180-E720-43AB-A197-2C4DFE0FFFA7}" sibTransId="{B4666096-8894-40A9-8256-29944CE6C8B3}"/>
    <dgm:cxn modelId="{888BE098-B03A-43F9-B32D-02A47BC89D2A}" type="presOf" srcId="{6231C52D-FD22-4E51-8484-BB71188C5E8A}" destId="{71BAA500-5DA5-4C23-8301-CF47946EA8A4}" srcOrd="0" destOrd="1" presId="urn:microsoft.com/office/officeart/2005/8/layout/hProcess9"/>
    <dgm:cxn modelId="{81317CBD-D788-4F2A-BAA6-E01FC3DBC57B}" type="presOf" srcId="{2A7BFE5E-74E6-4229-8320-CF25F0116647}" destId="{71BAA500-5DA5-4C23-8301-CF47946EA8A4}" srcOrd="0" destOrd="2" presId="urn:microsoft.com/office/officeart/2005/8/layout/hProcess9"/>
    <dgm:cxn modelId="{C5B3E73F-EA4E-4F4B-8658-7A515AF42132}" srcId="{1672880A-4C7B-4013-9F53-DEB95A8F5D10}" destId="{2A7BFE5E-74E6-4229-8320-CF25F0116647}" srcOrd="1" destOrd="0" parTransId="{C14844A7-A081-4C77-AE43-07EEB8578B3D}" sibTransId="{1E473FAA-CD49-448B-B2B4-25DDEA437864}"/>
    <dgm:cxn modelId="{E0E88EDF-B261-47C8-80B6-866853A20746}" type="presOf" srcId="{46AA1A3C-8207-4A80-B504-46322426D1DD}" destId="{71BAA500-5DA5-4C23-8301-CF47946EA8A4}" srcOrd="0" destOrd="4" presId="urn:microsoft.com/office/officeart/2005/8/layout/hProcess9"/>
    <dgm:cxn modelId="{43277DBC-30AC-4CED-8C52-18784D62F920}" type="presOf" srcId="{5227D2B3-4DF0-4755-8518-81BE6DADF83E}" destId="{659C1D8E-D01B-4EDA-AB82-B3508B008B0F}" srcOrd="0" destOrd="0" presId="urn:microsoft.com/office/officeart/2005/8/layout/hProcess9"/>
    <dgm:cxn modelId="{6B9D3485-AC2C-47CE-B031-DBBF608C9B1F}" srcId="{5227D2B3-4DF0-4755-8518-81BE6DADF83E}" destId="{1672880A-4C7B-4013-9F53-DEB95A8F5D10}" srcOrd="0" destOrd="0" parTransId="{C71A66B9-FF04-4AA7-B081-0E32645C1EF2}" sibTransId="{DBECC535-8D66-4051-962D-EC1AC403EB6D}"/>
    <dgm:cxn modelId="{F62C5E81-CFED-452C-A681-55710C6A4C18}" srcId="{1672880A-4C7B-4013-9F53-DEB95A8F5D10}" destId="{6231C52D-FD22-4E51-8484-BB71188C5E8A}" srcOrd="0" destOrd="0" parTransId="{9A49F08A-67B0-4E3D-9615-0083E063FA93}" sibTransId="{CF1B1191-AFC7-4509-89D4-F05D80B23596}"/>
    <dgm:cxn modelId="{23753931-C1C2-4AAC-B9A9-C60F75BF7D9B}" type="presOf" srcId="{1672880A-4C7B-4013-9F53-DEB95A8F5D10}" destId="{71BAA500-5DA5-4C23-8301-CF47946EA8A4}" srcOrd="0" destOrd="0" presId="urn:microsoft.com/office/officeart/2005/8/layout/hProcess9"/>
    <dgm:cxn modelId="{A9B9D1F1-AB82-418B-AEF1-B269603A802F}" type="presParOf" srcId="{659C1D8E-D01B-4EDA-AB82-B3508B008B0F}" destId="{3F5F7FBF-1155-4284-A1AE-7AA8FF0C4B6C}" srcOrd="0" destOrd="0" presId="urn:microsoft.com/office/officeart/2005/8/layout/hProcess9"/>
    <dgm:cxn modelId="{7EC6EF73-676E-4E9A-AD88-4AFF8D5D3155}" type="presParOf" srcId="{659C1D8E-D01B-4EDA-AB82-B3508B008B0F}" destId="{AB62E8EA-982F-45B0-A2AF-CC942A8097BD}" srcOrd="1" destOrd="0" presId="urn:microsoft.com/office/officeart/2005/8/layout/hProcess9"/>
    <dgm:cxn modelId="{0B82489F-234D-4ED6-9305-65F1F989AFD1}" type="presParOf" srcId="{AB62E8EA-982F-45B0-A2AF-CC942A8097BD}" destId="{71BAA500-5DA5-4C23-8301-CF47946EA8A4}" srcOrd="0"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5227D2B3-4DF0-4755-8518-81BE6DADF83E}"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8C6975DF-420A-4685-9A20-6CAEA287836C}">
      <dgm:prSet phldrT="[Text]" custT="1"/>
      <dgm:spPr>
        <a:solidFill>
          <a:srgbClr val="166494"/>
        </a:solidFill>
        <a:ln>
          <a:solidFill>
            <a:srgbClr val="166494"/>
          </a:solidFill>
        </a:ln>
      </dgm:spPr>
      <dgm:t>
        <a:bodyPr/>
        <a:lstStyle/>
        <a:p>
          <a:r>
            <a:rPr lang="en-US" sz="2400" b="1" dirty="0" smtClean="0"/>
            <a:t>Fieldwork</a:t>
          </a:r>
          <a:endParaRPr lang="en-US" sz="2400" b="1" dirty="0"/>
        </a:p>
      </dgm:t>
    </dgm:pt>
    <dgm:pt modelId="{A8EFBD07-0949-4F13-80BE-765A00481086}" type="parTrans" cxnId="{B9A47A7B-7B81-4ED4-B2A8-07B1C5537C52}">
      <dgm:prSet/>
      <dgm:spPr/>
      <dgm:t>
        <a:bodyPr/>
        <a:lstStyle/>
        <a:p>
          <a:endParaRPr lang="en-US"/>
        </a:p>
      </dgm:t>
    </dgm:pt>
    <dgm:pt modelId="{0A696538-CD57-43F5-91D3-0D1BD5BDF190}" type="sibTrans" cxnId="{B9A47A7B-7B81-4ED4-B2A8-07B1C5537C52}">
      <dgm:prSet/>
      <dgm:spPr/>
      <dgm:t>
        <a:bodyPr/>
        <a:lstStyle/>
        <a:p>
          <a:endParaRPr lang="en-US"/>
        </a:p>
      </dgm:t>
    </dgm:pt>
    <dgm:pt modelId="{F7A70EEC-099C-4AAC-8BD6-3357385AECB1}">
      <dgm:prSet phldrT="[Text]" custT="1"/>
      <dgm:spPr>
        <a:ln>
          <a:solidFill>
            <a:srgbClr val="166494"/>
          </a:solidFill>
        </a:ln>
      </dgm:spPr>
      <dgm:t>
        <a:bodyPr/>
        <a:lstStyle/>
        <a:p>
          <a:r>
            <a:rPr lang="en-US" sz="2000" dirty="0" smtClean="0"/>
            <a:t>Entrance conference</a:t>
          </a:r>
          <a:endParaRPr lang="en-US" sz="2000" dirty="0"/>
        </a:p>
      </dgm:t>
    </dgm:pt>
    <dgm:pt modelId="{C1206D3E-E63D-4D6A-93FC-43AA938D4EC4}" type="parTrans" cxnId="{EE00CB1D-77AE-48EB-AC42-FE4961EDDDA6}">
      <dgm:prSet/>
      <dgm:spPr/>
      <dgm:t>
        <a:bodyPr/>
        <a:lstStyle/>
        <a:p>
          <a:endParaRPr lang="en-US"/>
        </a:p>
      </dgm:t>
    </dgm:pt>
    <dgm:pt modelId="{8D5ECEA1-96A4-4B9A-8091-9F0DEA6A4514}" type="sibTrans" cxnId="{EE00CB1D-77AE-48EB-AC42-FE4961EDDDA6}">
      <dgm:prSet/>
      <dgm:spPr/>
      <dgm:t>
        <a:bodyPr/>
        <a:lstStyle/>
        <a:p>
          <a:endParaRPr lang="en-US"/>
        </a:p>
      </dgm:t>
    </dgm:pt>
    <dgm:pt modelId="{3F882468-BE1A-4275-9724-1A422196946B}">
      <dgm:prSet phldrT="[Text]" custT="1"/>
      <dgm:spPr>
        <a:ln>
          <a:solidFill>
            <a:srgbClr val="166494"/>
          </a:solidFill>
        </a:ln>
      </dgm:spPr>
      <dgm:t>
        <a:bodyPr/>
        <a:lstStyle/>
        <a:p>
          <a:r>
            <a:rPr lang="en-US" sz="2000" dirty="0" smtClean="0"/>
            <a:t>Review Agency records</a:t>
          </a:r>
          <a:endParaRPr lang="en-US" sz="2000" dirty="0"/>
        </a:p>
      </dgm:t>
    </dgm:pt>
    <dgm:pt modelId="{E7FEE9D6-308C-41FF-8A72-786B205A2693}" type="parTrans" cxnId="{1F5838DE-EF04-4F45-BEC1-560C703DA0A6}">
      <dgm:prSet/>
      <dgm:spPr/>
      <dgm:t>
        <a:bodyPr/>
        <a:lstStyle/>
        <a:p>
          <a:endParaRPr lang="en-US"/>
        </a:p>
      </dgm:t>
    </dgm:pt>
    <dgm:pt modelId="{56F0F9AA-47B1-4667-B042-A0DE740A950D}" type="sibTrans" cxnId="{1F5838DE-EF04-4F45-BEC1-560C703DA0A6}">
      <dgm:prSet/>
      <dgm:spPr/>
      <dgm:t>
        <a:bodyPr/>
        <a:lstStyle/>
        <a:p>
          <a:endParaRPr lang="en-US"/>
        </a:p>
      </dgm:t>
    </dgm:pt>
    <dgm:pt modelId="{1D154D3E-2DD0-448C-8361-53EFD1C60D3E}">
      <dgm:prSet phldrT="[Text]" custT="1"/>
      <dgm:spPr>
        <a:ln>
          <a:solidFill>
            <a:srgbClr val="166494"/>
          </a:solidFill>
        </a:ln>
      </dgm:spPr>
      <dgm:t>
        <a:bodyPr/>
        <a:lstStyle/>
        <a:p>
          <a:r>
            <a:rPr lang="en-US" sz="2000" dirty="0" smtClean="0"/>
            <a:t>Conduct meetings and interviews</a:t>
          </a:r>
          <a:endParaRPr lang="en-US" sz="2000" dirty="0"/>
        </a:p>
      </dgm:t>
    </dgm:pt>
    <dgm:pt modelId="{962A2076-90C3-48A2-90A0-B2E19EAFBF6B}" type="parTrans" cxnId="{6EEA4A26-9BF0-4F5C-B86C-7B32AB1ECAE1}">
      <dgm:prSet/>
      <dgm:spPr/>
      <dgm:t>
        <a:bodyPr/>
        <a:lstStyle/>
        <a:p>
          <a:endParaRPr lang="en-US"/>
        </a:p>
      </dgm:t>
    </dgm:pt>
    <dgm:pt modelId="{5ACA1153-C9D1-4EA5-A284-42D9C9E6065D}" type="sibTrans" cxnId="{6EEA4A26-9BF0-4F5C-B86C-7B32AB1ECAE1}">
      <dgm:prSet/>
      <dgm:spPr/>
      <dgm:t>
        <a:bodyPr/>
        <a:lstStyle/>
        <a:p>
          <a:endParaRPr lang="en-US"/>
        </a:p>
      </dgm:t>
    </dgm:pt>
    <dgm:pt modelId="{5B1A1476-398B-403E-B40C-3E5E3B6AC7BC}">
      <dgm:prSet phldrT="[Text]" custT="1"/>
      <dgm:spPr>
        <a:ln>
          <a:solidFill>
            <a:srgbClr val="166494"/>
          </a:solidFill>
        </a:ln>
      </dgm:spPr>
      <dgm:t>
        <a:bodyPr/>
        <a:lstStyle/>
        <a:p>
          <a:r>
            <a:rPr lang="en-US" sz="2000" dirty="0" smtClean="0"/>
            <a:t>Exit conference</a:t>
          </a:r>
          <a:endParaRPr lang="en-US" sz="2000" dirty="0"/>
        </a:p>
      </dgm:t>
    </dgm:pt>
    <dgm:pt modelId="{0155FB1D-DB47-43AB-A316-E992A3F30A7B}" type="parTrans" cxnId="{8E754E87-2C48-46B4-B9E9-640052C0AC6B}">
      <dgm:prSet/>
      <dgm:spPr/>
      <dgm:t>
        <a:bodyPr/>
        <a:lstStyle/>
        <a:p>
          <a:endParaRPr lang="en-US"/>
        </a:p>
      </dgm:t>
    </dgm:pt>
    <dgm:pt modelId="{AD1A995E-ED56-44C6-AD17-145D5DFC7F16}" type="sibTrans" cxnId="{8E754E87-2C48-46B4-B9E9-640052C0AC6B}">
      <dgm:prSet/>
      <dgm:spPr/>
      <dgm:t>
        <a:bodyPr/>
        <a:lstStyle/>
        <a:p>
          <a:endParaRPr lang="en-US"/>
        </a:p>
      </dgm:t>
    </dgm:pt>
    <dgm:pt modelId="{16A94E76-088A-4DA5-B38B-7962CEE7AB4B}" type="pres">
      <dgm:prSet presAssocID="{5227D2B3-4DF0-4755-8518-81BE6DADF83E}" presName="CompostProcess" presStyleCnt="0">
        <dgm:presLayoutVars>
          <dgm:dir/>
          <dgm:resizeHandles val="exact"/>
        </dgm:presLayoutVars>
      </dgm:prSet>
      <dgm:spPr/>
      <dgm:t>
        <a:bodyPr/>
        <a:lstStyle/>
        <a:p>
          <a:endParaRPr lang="en-US"/>
        </a:p>
      </dgm:t>
    </dgm:pt>
    <dgm:pt modelId="{4241593C-CF3B-48F3-A099-2CB6964BE2E1}" type="pres">
      <dgm:prSet presAssocID="{5227D2B3-4DF0-4755-8518-81BE6DADF83E}" presName="arrow" presStyleLbl="bgShp" presStyleIdx="0" presStyleCnt="1"/>
      <dgm:spPr/>
    </dgm:pt>
    <dgm:pt modelId="{D9CC0BBA-E318-425D-B1F2-96283004563A}" type="pres">
      <dgm:prSet presAssocID="{5227D2B3-4DF0-4755-8518-81BE6DADF83E}" presName="linearProcess" presStyleCnt="0"/>
      <dgm:spPr/>
    </dgm:pt>
    <dgm:pt modelId="{494AEFD0-573F-4737-974E-3AAC6557244B}" type="pres">
      <dgm:prSet presAssocID="{8C6975DF-420A-4685-9A20-6CAEA287836C}" presName="textNode" presStyleLbl="node1" presStyleIdx="0" presStyleCnt="1">
        <dgm:presLayoutVars>
          <dgm:bulletEnabled val="1"/>
        </dgm:presLayoutVars>
      </dgm:prSet>
      <dgm:spPr/>
      <dgm:t>
        <a:bodyPr/>
        <a:lstStyle/>
        <a:p>
          <a:endParaRPr lang="en-US"/>
        </a:p>
      </dgm:t>
    </dgm:pt>
  </dgm:ptLst>
  <dgm:cxnLst>
    <dgm:cxn modelId="{FF297604-DCA8-4CC5-B8A8-74ECFAF96F76}" type="presOf" srcId="{1D154D3E-2DD0-448C-8361-53EFD1C60D3E}" destId="{494AEFD0-573F-4737-974E-3AAC6557244B}" srcOrd="0" destOrd="3" presId="urn:microsoft.com/office/officeart/2005/8/layout/hProcess9"/>
    <dgm:cxn modelId="{8E754E87-2C48-46B4-B9E9-640052C0AC6B}" srcId="{8C6975DF-420A-4685-9A20-6CAEA287836C}" destId="{5B1A1476-398B-403E-B40C-3E5E3B6AC7BC}" srcOrd="3" destOrd="0" parTransId="{0155FB1D-DB47-43AB-A316-E992A3F30A7B}" sibTransId="{AD1A995E-ED56-44C6-AD17-145D5DFC7F16}"/>
    <dgm:cxn modelId="{8FAFE2BF-F976-4C41-A1AD-027A029C06F9}" type="presOf" srcId="{5B1A1476-398B-403E-B40C-3E5E3B6AC7BC}" destId="{494AEFD0-573F-4737-974E-3AAC6557244B}" srcOrd="0" destOrd="4" presId="urn:microsoft.com/office/officeart/2005/8/layout/hProcess9"/>
    <dgm:cxn modelId="{EE00CB1D-77AE-48EB-AC42-FE4961EDDDA6}" srcId="{8C6975DF-420A-4685-9A20-6CAEA287836C}" destId="{F7A70EEC-099C-4AAC-8BD6-3357385AECB1}" srcOrd="0" destOrd="0" parTransId="{C1206D3E-E63D-4D6A-93FC-43AA938D4EC4}" sibTransId="{8D5ECEA1-96A4-4B9A-8091-9F0DEA6A4514}"/>
    <dgm:cxn modelId="{213A4A3E-8C2B-4080-8A45-67834C6481DE}" type="presOf" srcId="{5227D2B3-4DF0-4755-8518-81BE6DADF83E}" destId="{16A94E76-088A-4DA5-B38B-7962CEE7AB4B}" srcOrd="0" destOrd="0" presId="urn:microsoft.com/office/officeart/2005/8/layout/hProcess9"/>
    <dgm:cxn modelId="{6EEA4A26-9BF0-4F5C-B86C-7B32AB1ECAE1}" srcId="{8C6975DF-420A-4685-9A20-6CAEA287836C}" destId="{1D154D3E-2DD0-448C-8361-53EFD1C60D3E}" srcOrd="2" destOrd="0" parTransId="{962A2076-90C3-48A2-90A0-B2E19EAFBF6B}" sibTransId="{5ACA1153-C9D1-4EA5-A284-42D9C9E6065D}"/>
    <dgm:cxn modelId="{B9A47A7B-7B81-4ED4-B2A8-07B1C5537C52}" srcId="{5227D2B3-4DF0-4755-8518-81BE6DADF83E}" destId="{8C6975DF-420A-4685-9A20-6CAEA287836C}" srcOrd="0" destOrd="0" parTransId="{A8EFBD07-0949-4F13-80BE-765A00481086}" sibTransId="{0A696538-CD57-43F5-91D3-0D1BD5BDF190}"/>
    <dgm:cxn modelId="{1F5838DE-EF04-4F45-BEC1-560C703DA0A6}" srcId="{8C6975DF-420A-4685-9A20-6CAEA287836C}" destId="{3F882468-BE1A-4275-9724-1A422196946B}" srcOrd="1" destOrd="0" parTransId="{E7FEE9D6-308C-41FF-8A72-786B205A2693}" sibTransId="{56F0F9AA-47B1-4667-B042-A0DE740A950D}"/>
    <dgm:cxn modelId="{03D0AA5E-0FC5-402D-8307-0DA2D068A43A}" type="presOf" srcId="{3F882468-BE1A-4275-9724-1A422196946B}" destId="{494AEFD0-573F-4737-974E-3AAC6557244B}" srcOrd="0" destOrd="2" presId="urn:microsoft.com/office/officeart/2005/8/layout/hProcess9"/>
    <dgm:cxn modelId="{4EC18D84-A0D8-444B-9D40-43CF1ADDF992}" type="presOf" srcId="{8C6975DF-420A-4685-9A20-6CAEA287836C}" destId="{494AEFD0-573F-4737-974E-3AAC6557244B}" srcOrd="0" destOrd="0" presId="urn:microsoft.com/office/officeart/2005/8/layout/hProcess9"/>
    <dgm:cxn modelId="{BD947A69-18C7-4D8A-B32D-19A458B55600}" type="presOf" srcId="{F7A70EEC-099C-4AAC-8BD6-3357385AECB1}" destId="{494AEFD0-573F-4737-974E-3AAC6557244B}" srcOrd="0" destOrd="1" presId="urn:microsoft.com/office/officeart/2005/8/layout/hProcess9"/>
    <dgm:cxn modelId="{0F72FA21-1595-4BED-B0D5-ACAAC217A317}" type="presParOf" srcId="{16A94E76-088A-4DA5-B38B-7962CEE7AB4B}" destId="{4241593C-CF3B-48F3-A099-2CB6964BE2E1}" srcOrd="0" destOrd="0" presId="urn:microsoft.com/office/officeart/2005/8/layout/hProcess9"/>
    <dgm:cxn modelId="{E9EC6954-EED5-4E07-9DBF-D8686E9F8A78}" type="presParOf" srcId="{16A94E76-088A-4DA5-B38B-7962CEE7AB4B}" destId="{D9CC0BBA-E318-425D-B1F2-96283004563A}" srcOrd="1" destOrd="0" presId="urn:microsoft.com/office/officeart/2005/8/layout/hProcess9"/>
    <dgm:cxn modelId="{90D7592C-B54A-4497-80BD-CE3C3EB98D2D}" type="presParOf" srcId="{D9CC0BBA-E318-425D-B1F2-96283004563A}" destId="{494AEFD0-573F-4737-974E-3AAC6557244B}" srcOrd="0"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5227D2B3-4DF0-4755-8518-81BE6DADF83E}" type="doc">
      <dgm:prSet loTypeId="urn:microsoft.com/office/officeart/2005/8/layout/hProcess9" loCatId="process" qsTypeId="urn:microsoft.com/office/officeart/2005/8/quickstyle/simple1" qsCatId="simple" csTypeId="urn:microsoft.com/office/officeart/2005/8/colors/accent1_2" csCatId="accent1" phldr="1"/>
      <dgm:spPr/>
      <dgm:t>
        <a:bodyPr/>
        <a:lstStyle/>
        <a:p>
          <a:endParaRPr lang="en-US"/>
        </a:p>
      </dgm:t>
    </dgm:pt>
    <dgm:pt modelId="{A70416DF-6C5C-4712-A2B7-A1CF4B9BDFAA}">
      <dgm:prSet phldrT="[Text]" custT="1"/>
      <dgm:spPr>
        <a:solidFill>
          <a:srgbClr val="166494"/>
        </a:solidFill>
        <a:ln>
          <a:solidFill>
            <a:srgbClr val="166494"/>
          </a:solidFill>
        </a:ln>
      </dgm:spPr>
      <dgm:t>
        <a:bodyPr/>
        <a:lstStyle/>
        <a:p>
          <a:r>
            <a:rPr lang="en-US" sz="2400" b="1" dirty="0" smtClean="0"/>
            <a:t>Report</a:t>
          </a:r>
          <a:endParaRPr lang="en-US" sz="2400" b="1" dirty="0"/>
        </a:p>
      </dgm:t>
    </dgm:pt>
    <dgm:pt modelId="{3249CA6B-94E3-4992-B6F7-928ADD20D8AA}" type="parTrans" cxnId="{B1D29673-6FA9-40AA-8054-1F585D4DB65C}">
      <dgm:prSet/>
      <dgm:spPr/>
      <dgm:t>
        <a:bodyPr/>
        <a:lstStyle/>
        <a:p>
          <a:endParaRPr lang="en-US"/>
        </a:p>
      </dgm:t>
    </dgm:pt>
    <dgm:pt modelId="{46A2602E-A4E0-47C4-A362-DB4162771537}" type="sibTrans" cxnId="{B1D29673-6FA9-40AA-8054-1F585D4DB65C}">
      <dgm:prSet/>
      <dgm:spPr/>
      <dgm:t>
        <a:bodyPr/>
        <a:lstStyle/>
        <a:p>
          <a:endParaRPr lang="en-US"/>
        </a:p>
      </dgm:t>
    </dgm:pt>
    <dgm:pt modelId="{81424883-B8F4-4242-8451-0498BD4CE6EB}">
      <dgm:prSet phldrT="[Text]" custT="1"/>
      <dgm:spPr>
        <a:ln>
          <a:solidFill>
            <a:srgbClr val="166494"/>
          </a:solidFill>
        </a:ln>
      </dgm:spPr>
      <dgm:t>
        <a:bodyPr/>
        <a:lstStyle/>
        <a:p>
          <a:r>
            <a:rPr lang="en-US" sz="2000" smtClean="0"/>
            <a:t>Confer with CalPERS Program Areas</a:t>
          </a:r>
          <a:endParaRPr lang="en-US" sz="2000" dirty="0"/>
        </a:p>
      </dgm:t>
    </dgm:pt>
    <dgm:pt modelId="{8C596BD9-A4E8-45C8-A7B9-87286E586A26}" type="parTrans" cxnId="{23EBB6C6-1ECB-4D8C-B9F2-DF2D7577688F}">
      <dgm:prSet/>
      <dgm:spPr/>
      <dgm:t>
        <a:bodyPr/>
        <a:lstStyle/>
        <a:p>
          <a:endParaRPr lang="en-US"/>
        </a:p>
      </dgm:t>
    </dgm:pt>
    <dgm:pt modelId="{B507F021-D4A6-4731-85EB-6C97329FC27A}" type="sibTrans" cxnId="{23EBB6C6-1ECB-4D8C-B9F2-DF2D7577688F}">
      <dgm:prSet/>
      <dgm:spPr/>
      <dgm:t>
        <a:bodyPr/>
        <a:lstStyle/>
        <a:p>
          <a:endParaRPr lang="en-US"/>
        </a:p>
      </dgm:t>
    </dgm:pt>
    <dgm:pt modelId="{ADC78265-E376-4C6B-A0CF-D5BBB2DC5C76}">
      <dgm:prSet phldrT="[Text]" custT="1"/>
      <dgm:spPr>
        <a:ln>
          <a:solidFill>
            <a:srgbClr val="166494"/>
          </a:solidFill>
        </a:ln>
      </dgm:spPr>
      <dgm:t>
        <a:bodyPr/>
        <a:lstStyle/>
        <a:p>
          <a:r>
            <a:rPr lang="en-US" sz="2000" dirty="0" smtClean="0"/>
            <a:t>Issue final report and initiate program area resolution</a:t>
          </a:r>
          <a:endParaRPr lang="en-US" sz="2000" dirty="0"/>
        </a:p>
      </dgm:t>
    </dgm:pt>
    <dgm:pt modelId="{75B0C81A-4E58-48BC-8B48-4421CC9B8D25}" type="sibTrans" cxnId="{FDF7BAA9-DB35-4787-A1AC-4F052AA8A723}">
      <dgm:prSet/>
      <dgm:spPr/>
      <dgm:t>
        <a:bodyPr/>
        <a:lstStyle/>
        <a:p>
          <a:endParaRPr lang="en-US"/>
        </a:p>
      </dgm:t>
    </dgm:pt>
    <dgm:pt modelId="{933FB266-A583-43CA-BA47-D623681B6AC9}" type="parTrans" cxnId="{FDF7BAA9-DB35-4787-A1AC-4F052AA8A723}">
      <dgm:prSet/>
      <dgm:spPr/>
      <dgm:t>
        <a:bodyPr/>
        <a:lstStyle/>
        <a:p>
          <a:endParaRPr lang="en-US"/>
        </a:p>
      </dgm:t>
    </dgm:pt>
    <dgm:pt modelId="{1FE0244A-3065-460E-A2F3-516BAD50E164}">
      <dgm:prSet phldrT="[Text]" custT="1"/>
      <dgm:spPr>
        <a:ln>
          <a:solidFill>
            <a:srgbClr val="166494"/>
          </a:solidFill>
        </a:ln>
      </dgm:spPr>
      <dgm:t>
        <a:bodyPr/>
        <a:lstStyle/>
        <a:p>
          <a:r>
            <a:rPr lang="en-US" sz="2000" dirty="0" smtClean="0"/>
            <a:t>Provide draft report to Agency and receive Agency response</a:t>
          </a:r>
          <a:endParaRPr lang="en-US" sz="2000" dirty="0"/>
        </a:p>
      </dgm:t>
    </dgm:pt>
    <dgm:pt modelId="{8506714E-7C90-4985-A8B4-573DEEFA573B}" type="sibTrans" cxnId="{B92022F3-4842-49C5-B235-598EB54078D7}">
      <dgm:prSet/>
      <dgm:spPr/>
      <dgm:t>
        <a:bodyPr/>
        <a:lstStyle/>
        <a:p>
          <a:endParaRPr lang="en-US"/>
        </a:p>
      </dgm:t>
    </dgm:pt>
    <dgm:pt modelId="{8B38C7F5-46A7-4131-9E25-9C48F3400A12}" type="parTrans" cxnId="{B92022F3-4842-49C5-B235-598EB54078D7}">
      <dgm:prSet/>
      <dgm:spPr/>
      <dgm:t>
        <a:bodyPr/>
        <a:lstStyle/>
        <a:p>
          <a:endParaRPr lang="en-US"/>
        </a:p>
      </dgm:t>
    </dgm:pt>
    <dgm:pt modelId="{D244E0B5-0185-48D9-A938-14E2D9F7D416}">
      <dgm:prSet phldrT="[Text]" custT="1"/>
      <dgm:spPr>
        <a:ln>
          <a:solidFill>
            <a:srgbClr val="166494"/>
          </a:solidFill>
        </a:ln>
      </dgm:spPr>
      <dgm:t>
        <a:bodyPr/>
        <a:lstStyle/>
        <a:p>
          <a:r>
            <a:rPr lang="en-US" sz="2000" dirty="0" smtClean="0"/>
            <a:t>Draft report and perform quality review</a:t>
          </a:r>
          <a:endParaRPr lang="en-US" sz="2000" dirty="0"/>
        </a:p>
      </dgm:t>
    </dgm:pt>
    <dgm:pt modelId="{29B0C6E4-9535-4580-8FBC-9ACE15E26028}" type="sibTrans" cxnId="{0D4F6174-3F88-4AED-87F9-0A2A8883C3EE}">
      <dgm:prSet/>
      <dgm:spPr/>
      <dgm:t>
        <a:bodyPr/>
        <a:lstStyle/>
        <a:p>
          <a:endParaRPr lang="en-US"/>
        </a:p>
      </dgm:t>
    </dgm:pt>
    <dgm:pt modelId="{957834D2-2D2E-45A9-9CAA-76FBEE751A68}" type="parTrans" cxnId="{0D4F6174-3F88-4AED-87F9-0A2A8883C3EE}">
      <dgm:prSet/>
      <dgm:spPr/>
      <dgm:t>
        <a:bodyPr/>
        <a:lstStyle/>
        <a:p>
          <a:endParaRPr lang="en-US"/>
        </a:p>
      </dgm:t>
    </dgm:pt>
    <dgm:pt modelId="{BDF97045-C256-4B10-B1ED-C4334E3E617F}" type="pres">
      <dgm:prSet presAssocID="{5227D2B3-4DF0-4755-8518-81BE6DADF83E}" presName="CompostProcess" presStyleCnt="0">
        <dgm:presLayoutVars>
          <dgm:dir/>
          <dgm:resizeHandles val="exact"/>
        </dgm:presLayoutVars>
      </dgm:prSet>
      <dgm:spPr/>
      <dgm:t>
        <a:bodyPr/>
        <a:lstStyle/>
        <a:p>
          <a:endParaRPr lang="en-US"/>
        </a:p>
      </dgm:t>
    </dgm:pt>
    <dgm:pt modelId="{D3E1E56E-4AEE-4395-AB41-D39C24E4CF8F}" type="pres">
      <dgm:prSet presAssocID="{5227D2B3-4DF0-4755-8518-81BE6DADF83E}" presName="arrow" presStyleLbl="bgShp" presStyleIdx="0" presStyleCnt="1"/>
      <dgm:spPr/>
    </dgm:pt>
    <dgm:pt modelId="{9A01E400-ABC9-485A-A16B-AF670EC1BC3C}" type="pres">
      <dgm:prSet presAssocID="{5227D2B3-4DF0-4755-8518-81BE6DADF83E}" presName="linearProcess" presStyleCnt="0"/>
      <dgm:spPr/>
    </dgm:pt>
    <dgm:pt modelId="{513F3200-FD0B-4EF8-8B59-EF83CF5FFF9A}" type="pres">
      <dgm:prSet presAssocID="{A70416DF-6C5C-4712-A2B7-A1CF4B9BDFAA}" presName="textNode" presStyleLbl="node1" presStyleIdx="0" presStyleCnt="1">
        <dgm:presLayoutVars>
          <dgm:bulletEnabled val="1"/>
        </dgm:presLayoutVars>
      </dgm:prSet>
      <dgm:spPr/>
      <dgm:t>
        <a:bodyPr/>
        <a:lstStyle/>
        <a:p>
          <a:endParaRPr lang="en-US"/>
        </a:p>
      </dgm:t>
    </dgm:pt>
  </dgm:ptLst>
  <dgm:cxnLst>
    <dgm:cxn modelId="{D95BE441-D517-4389-ACDF-7F76EA07E397}" type="presOf" srcId="{5227D2B3-4DF0-4755-8518-81BE6DADF83E}" destId="{BDF97045-C256-4B10-B1ED-C4334E3E617F}" srcOrd="0" destOrd="0" presId="urn:microsoft.com/office/officeart/2005/8/layout/hProcess9"/>
    <dgm:cxn modelId="{AB783552-89BE-4886-9E66-657846B0BDA4}" type="presOf" srcId="{1FE0244A-3065-460E-A2F3-516BAD50E164}" destId="{513F3200-FD0B-4EF8-8B59-EF83CF5FFF9A}" srcOrd="0" destOrd="3" presId="urn:microsoft.com/office/officeart/2005/8/layout/hProcess9"/>
    <dgm:cxn modelId="{FDF7BAA9-DB35-4787-A1AC-4F052AA8A723}" srcId="{A70416DF-6C5C-4712-A2B7-A1CF4B9BDFAA}" destId="{ADC78265-E376-4C6B-A0CF-D5BBB2DC5C76}" srcOrd="3" destOrd="0" parTransId="{933FB266-A583-43CA-BA47-D623681B6AC9}" sibTransId="{75B0C81A-4E58-48BC-8B48-4421CC9B8D25}"/>
    <dgm:cxn modelId="{23EBB6C6-1ECB-4D8C-B9F2-DF2D7577688F}" srcId="{A70416DF-6C5C-4712-A2B7-A1CF4B9BDFAA}" destId="{81424883-B8F4-4242-8451-0498BD4CE6EB}" srcOrd="0" destOrd="0" parTransId="{8C596BD9-A4E8-45C8-A7B9-87286E586A26}" sibTransId="{B507F021-D4A6-4731-85EB-6C97329FC27A}"/>
    <dgm:cxn modelId="{B1D29673-6FA9-40AA-8054-1F585D4DB65C}" srcId="{5227D2B3-4DF0-4755-8518-81BE6DADF83E}" destId="{A70416DF-6C5C-4712-A2B7-A1CF4B9BDFAA}" srcOrd="0" destOrd="0" parTransId="{3249CA6B-94E3-4992-B6F7-928ADD20D8AA}" sibTransId="{46A2602E-A4E0-47C4-A362-DB4162771537}"/>
    <dgm:cxn modelId="{C315AD2C-7AE1-4077-9F69-1A850B074D04}" type="presOf" srcId="{ADC78265-E376-4C6B-A0CF-D5BBB2DC5C76}" destId="{513F3200-FD0B-4EF8-8B59-EF83CF5FFF9A}" srcOrd="0" destOrd="4" presId="urn:microsoft.com/office/officeart/2005/8/layout/hProcess9"/>
    <dgm:cxn modelId="{039FFE72-0A9F-4D5B-B37A-BDCCC355E263}" type="presOf" srcId="{D244E0B5-0185-48D9-A938-14E2D9F7D416}" destId="{513F3200-FD0B-4EF8-8B59-EF83CF5FFF9A}" srcOrd="0" destOrd="2" presId="urn:microsoft.com/office/officeart/2005/8/layout/hProcess9"/>
    <dgm:cxn modelId="{0228368B-859E-4711-96E8-36BCB675A594}" type="presOf" srcId="{A70416DF-6C5C-4712-A2B7-A1CF4B9BDFAA}" destId="{513F3200-FD0B-4EF8-8B59-EF83CF5FFF9A}" srcOrd="0" destOrd="0" presId="urn:microsoft.com/office/officeart/2005/8/layout/hProcess9"/>
    <dgm:cxn modelId="{718D1151-CDC4-42FB-8C15-99CEDC86CE2E}" type="presOf" srcId="{81424883-B8F4-4242-8451-0498BD4CE6EB}" destId="{513F3200-FD0B-4EF8-8B59-EF83CF5FFF9A}" srcOrd="0" destOrd="1" presId="urn:microsoft.com/office/officeart/2005/8/layout/hProcess9"/>
    <dgm:cxn modelId="{0D4F6174-3F88-4AED-87F9-0A2A8883C3EE}" srcId="{A70416DF-6C5C-4712-A2B7-A1CF4B9BDFAA}" destId="{D244E0B5-0185-48D9-A938-14E2D9F7D416}" srcOrd="1" destOrd="0" parTransId="{957834D2-2D2E-45A9-9CAA-76FBEE751A68}" sibTransId="{29B0C6E4-9535-4580-8FBC-9ACE15E26028}"/>
    <dgm:cxn modelId="{B92022F3-4842-49C5-B235-598EB54078D7}" srcId="{A70416DF-6C5C-4712-A2B7-A1CF4B9BDFAA}" destId="{1FE0244A-3065-460E-A2F3-516BAD50E164}" srcOrd="2" destOrd="0" parTransId="{8B38C7F5-46A7-4131-9E25-9C48F3400A12}" sibTransId="{8506714E-7C90-4985-A8B4-573DEEFA573B}"/>
    <dgm:cxn modelId="{6C172F8B-4ED5-440B-B89D-F7CA2FD63FF9}" type="presParOf" srcId="{BDF97045-C256-4B10-B1ED-C4334E3E617F}" destId="{D3E1E56E-4AEE-4395-AB41-D39C24E4CF8F}" srcOrd="0" destOrd="0" presId="urn:microsoft.com/office/officeart/2005/8/layout/hProcess9"/>
    <dgm:cxn modelId="{DB7AC964-54F4-4CA3-BC13-F348B3D17C70}" type="presParOf" srcId="{BDF97045-C256-4B10-B1ED-C4334E3E617F}" destId="{9A01E400-ABC9-485A-A16B-AF670EC1BC3C}" srcOrd="1" destOrd="0" presId="urn:microsoft.com/office/officeart/2005/8/layout/hProcess9"/>
    <dgm:cxn modelId="{A6DF4663-43E0-4781-B391-EF840CDF9871}" type="presParOf" srcId="{9A01E400-ABC9-485A-A16B-AF670EC1BC3C}" destId="{513F3200-FD0B-4EF8-8B59-EF83CF5FFF9A}" srcOrd="0"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4.xml><?xml version="1.0" encoding="utf-8"?>
<dgm:dataModel xmlns:dgm="http://schemas.openxmlformats.org/drawingml/2006/diagram" xmlns:a="http://schemas.openxmlformats.org/drawingml/2006/main">
  <dgm:ptLst>
    <dgm:pt modelId="{7F2D587A-57F4-41DF-AF26-658FB95A43A5}" type="doc">
      <dgm:prSet loTypeId="urn:microsoft.com/office/officeart/2005/8/layout/equation2" loCatId="process" qsTypeId="urn:microsoft.com/office/officeart/2005/8/quickstyle/simple1" qsCatId="simple" csTypeId="urn:microsoft.com/office/officeart/2005/8/colors/accent1_2" csCatId="accent1" phldr="1"/>
      <dgm:spPr/>
    </dgm:pt>
    <dgm:pt modelId="{A2A0934C-3367-481A-AF1F-C86281103AD5}">
      <dgm:prSet phldrT="[Text]" custT="1"/>
      <dgm:spPr>
        <a:solidFill>
          <a:srgbClr val="166494"/>
        </a:solidFill>
      </dgm:spPr>
      <dgm:t>
        <a:bodyPr/>
        <a:lstStyle/>
        <a:p>
          <a:r>
            <a:rPr lang="en-US" sz="2600" dirty="0" smtClean="0"/>
            <a:t>Risk Assessment:  </a:t>
          </a:r>
          <a:r>
            <a:rPr lang="en-US" sz="2000" dirty="0" smtClean="0"/>
            <a:t>High Risk Areas</a:t>
          </a:r>
          <a:endParaRPr lang="en-US" sz="2000" dirty="0"/>
        </a:p>
      </dgm:t>
    </dgm:pt>
    <dgm:pt modelId="{6B701856-0930-4681-8A82-D0861D78D4B8}" type="parTrans" cxnId="{3AED6A0F-6AFC-4E0E-BE86-C6045BAA1D31}">
      <dgm:prSet/>
      <dgm:spPr/>
      <dgm:t>
        <a:bodyPr/>
        <a:lstStyle/>
        <a:p>
          <a:endParaRPr lang="en-US"/>
        </a:p>
      </dgm:t>
    </dgm:pt>
    <dgm:pt modelId="{2C4642A9-517A-441B-AFCC-73E88A02B4CA}" type="sibTrans" cxnId="{3AED6A0F-6AFC-4E0E-BE86-C6045BAA1D31}">
      <dgm:prSet/>
      <dgm:spPr/>
      <dgm:t>
        <a:bodyPr/>
        <a:lstStyle/>
        <a:p>
          <a:endParaRPr lang="en-US"/>
        </a:p>
      </dgm:t>
    </dgm:pt>
    <dgm:pt modelId="{90498C20-320C-479D-B33A-3750B40B31FB}">
      <dgm:prSet phldrT="[Text]" custT="1"/>
      <dgm:spPr>
        <a:solidFill>
          <a:srgbClr val="166494"/>
        </a:solidFill>
      </dgm:spPr>
      <dgm:t>
        <a:bodyPr/>
        <a:lstStyle/>
        <a:p>
          <a:r>
            <a:rPr lang="en-US" sz="2600" dirty="0" smtClean="0"/>
            <a:t>Review Program</a:t>
          </a:r>
          <a:r>
            <a:rPr lang="en-US" sz="2700" dirty="0" smtClean="0"/>
            <a:t>: </a:t>
          </a:r>
          <a:r>
            <a:rPr lang="en-US" sz="2000" dirty="0" smtClean="0"/>
            <a:t>Focused Compliance Areas</a:t>
          </a:r>
          <a:endParaRPr lang="en-US" sz="2000" dirty="0"/>
        </a:p>
      </dgm:t>
    </dgm:pt>
    <dgm:pt modelId="{AD0BA00C-8B7C-4153-B6D6-E58993936548}" type="parTrans" cxnId="{EE8A60EF-111F-4C4C-88B1-01CDF32B0445}">
      <dgm:prSet/>
      <dgm:spPr/>
      <dgm:t>
        <a:bodyPr/>
        <a:lstStyle/>
        <a:p>
          <a:endParaRPr lang="en-US"/>
        </a:p>
      </dgm:t>
    </dgm:pt>
    <dgm:pt modelId="{CC131052-96CE-4944-8F6E-5FA2B88D6B12}" type="sibTrans" cxnId="{EE8A60EF-111F-4C4C-88B1-01CDF32B0445}">
      <dgm:prSet/>
      <dgm:spPr/>
      <dgm:t>
        <a:bodyPr/>
        <a:lstStyle/>
        <a:p>
          <a:endParaRPr lang="en-US"/>
        </a:p>
      </dgm:t>
    </dgm:pt>
    <dgm:pt modelId="{52059E45-9908-4023-A07C-2D27541F9C17}" type="pres">
      <dgm:prSet presAssocID="{7F2D587A-57F4-41DF-AF26-658FB95A43A5}" presName="Name0" presStyleCnt="0">
        <dgm:presLayoutVars>
          <dgm:dir/>
          <dgm:resizeHandles val="exact"/>
        </dgm:presLayoutVars>
      </dgm:prSet>
      <dgm:spPr/>
    </dgm:pt>
    <dgm:pt modelId="{F91A1A51-BFC9-4946-B576-B86D83D8E5B6}" type="pres">
      <dgm:prSet presAssocID="{7F2D587A-57F4-41DF-AF26-658FB95A43A5}" presName="vNodes" presStyleCnt="0"/>
      <dgm:spPr/>
    </dgm:pt>
    <dgm:pt modelId="{31CD1615-989A-4EEB-985C-29FD00837922}" type="pres">
      <dgm:prSet presAssocID="{A2A0934C-3367-481A-AF1F-C86281103AD5}" presName="node" presStyleLbl="node1" presStyleIdx="0" presStyleCnt="2">
        <dgm:presLayoutVars>
          <dgm:bulletEnabled val="1"/>
        </dgm:presLayoutVars>
      </dgm:prSet>
      <dgm:spPr/>
      <dgm:t>
        <a:bodyPr/>
        <a:lstStyle/>
        <a:p>
          <a:endParaRPr lang="en-US"/>
        </a:p>
      </dgm:t>
    </dgm:pt>
    <dgm:pt modelId="{C7304AAD-C8A6-437B-AE68-A3C548607ACC}" type="pres">
      <dgm:prSet presAssocID="{7F2D587A-57F4-41DF-AF26-658FB95A43A5}" presName="sibTransLast" presStyleLbl="sibTrans2D1" presStyleIdx="0" presStyleCnt="1"/>
      <dgm:spPr/>
      <dgm:t>
        <a:bodyPr/>
        <a:lstStyle/>
        <a:p>
          <a:endParaRPr lang="en-US"/>
        </a:p>
      </dgm:t>
    </dgm:pt>
    <dgm:pt modelId="{BC8F39C2-ED27-4955-A532-9B92B1044B99}" type="pres">
      <dgm:prSet presAssocID="{7F2D587A-57F4-41DF-AF26-658FB95A43A5}" presName="connectorText" presStyleLbl="sibTrans2D1" presStyleIdx="0" presStyleCnt="1"/>
      <dgm:spPr/>
      <dgm:t>
        <a:bodyPr/>
        <a:lstStyle/>
        <a:p>
          <a:endParaRPr lang="en-US"/>
        </a:p>
      </dgm:t>
    </dgm:pt>
    <dgm:pt modelId="{B5247846-94FF-4A12-9805-CD9EB8170CF0}" type="pres">
      <dgm:prSet presAssocID="{7F2D587A-57F4-41DF-AF26-658FB95A43A5}" presName="lastNode" presStyleLbl="node1" presStyleIdx="1" presStyleCnt="2">
        <dgm:presLayoutVars>
          <dgm:bulletEnabled val="1"/>
        </dgm:presLayoutVars>
      </dgm:prSet>
      <dgm:spPr/>
      <dgm:t>
        <a:bodyPr/>
        <a:lstStyle/>
        <a:p>
          <a:endParaRPr lang="en-US"/>
        </a:p>
      </dgm:t>
    </dgm:pt>
  </dgm:ptLst>
  <dgm:cxnLst>
    <dgm:cxn modelId="{F3CCE96E-353C-4DC1-815D-CC347F7F754B}" type="presOf" srcId="{2C4642A9-517A-441B-AFCC-73E88A02B4CA}" destId="{C7304AAD-C8A6-437B-AE68-A3C548607ACC}" srcOrd="0" destOrd="0" presId="urn:microsoft.com/office/officeart/2005/8/layout/equation2"/>
    <dgm:cxn modelId="{A1D4E704-5DBA-4E6F-AAF3-BB3BCC71D26D}" type="presOf" srcId="{A2A0934C-3367-481A-AF1F-C86281103AD5}" destId="{31CD1615-989A-4EEB-985C-29FD00837922}" srcOrd="0" destOrd="0" presId="urn:microsoft.com/office/officeart/2005/8/layout/equation2"/>
    <dgm:cxn modelId="{89E857C4-5088-48DC-A362-B8646C1358AD}" type="presOf" srcId="{7F2D587A-57F4-41DF-AF26-658FB95A43A5}" destId="{52059E45-9908-4023-A07C-2D27541F9C17}" srcOrd="0" destOrd="0" presId="urn:microsoft.com/office/officeart/2005/8/layout/equation2"/>
    <dgm:cxn modelId="{85AEE217-1027-4877-83F1-751828DFD4F6}" type="presOf" srcId="{90498C20-320C-479D-B33A-3750B40B31FB}" destId="{B5247846-94FF-4A12-9805-CD9EB8170CF0}" srcOrd="0" destOrd="0" presId="urn:microsoft.com/office/officeart/2005/8/layout/equation2"/>
    <dgm:cxn modelId="{3AED6A0F-6AFC-4E0E-BE86-C6045BAA1D31}" srcId="{7F2D587A-57F4-41DF-AF26-658FB95A43A5}" destId="{A2A0934C-3367-481A-AF1F-C86281103AD5}" srcOrd="0" destOrd="0" parTransId="{6B701856-0930-4681-8A82-D0861D78D4B8}" sibTransId="{2C4642A9-517A-441B-AFCC-73E88A02B4CA}"/>
    <dgm:cxn modelId="{35433A7D-4D52-4EAD-93CD-8B90259C77E3}" type="presOf" srcId="{2C4642A9-517A-441B-AFCC-73E88A02B4CA}" destId="{BC8F39C2-ED27-4955-A532-9B92B1044B99}" srcOrd="1" destOrd="0" presId="urn:microsoft.com/office/officeart/2005/8/layout/equation2"/>
    <dgm:cxn modelId="{EE8A60EF-111F-4C4C-88B1-01CDF32B0445}" srcId="{7F2D587A-57F4-41DF-AF26-658FB95A43A5}" destId="{90498C20-320C-479D-B33A-3750B40B31FB}" srcOrd="1" destOrd="0" parTransId="{AD0BA00C-8B7C-4153-B6D6-E58993936548}" sibTransId="{CC131052-96CE-4944-8F6E-5FA2B88D6B12}"/>
    <dgm:cxn modelId="{FCD4EF99-3770-43ED-9AED-979F3577C989}" type="presParOf" srcId="{52059E45-9908-4023-A07C-2D27541F9C17}" destId="{F91A1A51-BFC9-4946-B576-B86D83D8E5B6}" srcOrd="0" destOrd="0" presId="urn:microsoft.com/office/officeart/2005/8/layout/equation2"/>
    <dgm:cxn modelId="{5B0761D3-D901-4808-9855-1BC529FCE390}" type="presParOf" srcId="{F91A1A51-BFC9-4946-B576-B86D83D8E5B6}" destId="{31CD1615-989A-4EEB-985C-29FD00837922}" srcOrd="0" destOrd="0" presId="urn:microsoft.com/office/officeart/2005/8/layout/equation2"/>
    <dgm:cxn modelId="{EB919FD0-25BA-4638-A7F0-AAB3CCE2728A}" type="presParOf" srcId="{52059E45-9908-4023-A07C-2D27541F9C17}" destId="{C7304AAD-C8A6-437B-AE68-A3C548607ACC}" srcOrd="1" destOrd="0" presId="urn:microsoft.com/office/officeart/2005/8/layout/equation2"/>
    <dgm:cxn modelId="{075E2292-714D-4515-802B-24BA98AD17E3}" type="presParOf" srcId="{C7304AAD-C8A6-437B-AE68-A3C548607ACC}" destId="{BC8F39C2-ED27-4955-A532-9B92B1044B99}" srcOrd="0" destOrd="0" presId="urn:microsoft.com/office/officeart/2005/8/layout/equation2"/>
    <dgm:cxn modelId="{BE0E3DDE-75AD-4C4B-88F5-F0BF642D08D1}" type="presParOf" srcId="{52059E45-9908-4023-A07C-2D27541F9C17}" destId="{B5247846-94FF-4A12-9805-CD9EB8170CF0}" srcOrd="2" destOrd="0" presId="urn:microsoft.com/office/officeart/2005/8/layout/equati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BE666FB-0D84-4D84-9ECA-9986C001CC17}" type="doc">
      <dgm:prSet loTypeId="urn:microsoft.com/office/officeart/2005/8/layout/default" loCatId="list" qsTypeId="urn:microsoft.com/office/officeart/2005/8/quickstyle/simple1" qsCatId="simple" csTypeId="urn:microsoft.com/office/officeart/2005/8/colors/accent0_3" csCatId="mainScheme" phldr="1"/>
      <dgm:spPr/>
      <dgm:t>
        <a:bodyPr/>
        <a:lstStyle/>
        <a:p>
          <a:endParaRPr lang="en-US"/>
        </a:p>
      </dgm:t>
    </dgm:pt>
    <dgm:pt modelId="{C9721DC4-B663-4E53-A198-0B12E6E8D5AC}">
      <dgm:prSet phldrT="[Text]"/>
      <dgm:spPr/>
      <dgm:t>
        <a:bodyPr/>
        <a:lstStyle/>
        <a:p>
          <a:r>
            <a:rPr lang="en-US" dirty="0" smtClean="0"/>
            <a:t>Incentive Pay</a:t>
          </a:r>
          <a:endParaRPr lang="en-US" dirty="0"/>
        </a:p>
      </dgm:t>
    </dgm:pt>
    <dgm:pt modelId="{DE1D8B20-D869-4DD2-8EB6-B73847242B51}" type="parTrans" cxnId="{72D5A03E-F014-46B6-BF88-44A17659BBEC}">
      <dgm:prSet/>
      <dgm:spPr/>
      <dgm:t>
        <a:bodyPr/>
        <a:lstStyle/>
        <a:p>
          <a:endParaRPr lang="en-US"/>
        </a:p>
      </dgm:t>
    </dgm:pt>
    <dgm:pt modelId="{318901A6-C0F6-4C6D-8199-7930952C6C28}" type="sibTrans" cxnId="{72D5A03E-F014-46B6-BF88-44A17659BBEC}">
      <dgm:prSet/>
      <dgm:spPr/>
      <dgm:t>
        <a:bodyPr/>
        <a:lstStyle/>
        <a:p>
          <a:endParaRPr lang="en-US"/>
        </a:p>
      </dgm:t>
    </dgm:pt>
    <dgm:pt modelId="{3168154F-4A03-4633-B1C9-4AAC2E1C750C}">
      <dgm:prSet phldrT="[Text]"/>
      <dgm:spPr/>
      <dgm:t>
        <a:bodyPr/>
        <a:lstStyle/>
        <a:p>
          <a:r>
            <a:rPr lang="en-US" dirty="0" smtClean="0"/>
            <a:t>Educational Pay</a:t>
          </a:r>
          <a:endParaRPr lang="en-US" dirty="0"/>
        </a:p>
      </dgm:t>
    </dgm:pt>
    <dgm:pt modelId="{88D9ADC8-7186-4CBF-A5D6-E1E0E8D116E3}" type="parTrans" cxnId="{9C7576A3-B234-47E5-9C4C-5ADCBEF5DA09}">
      <dgm:prSet/>
      <dgm:spPr/>
      <dgm:t>
        <a:bodyPr/>
        <a:lstStyle/>
        <a:p>
          <a:endParaRPr lang="en-US"/>
        </a:p>
      </dgm:t>
    </dgm:pt>
    <dgm:pt modelId="{91EF93C7-C47E-4482-86DE-544E1F626488}" type="sibTrans" cxnId="{9C7576A3-B234-47E5-9C4C-5ADCBEF5DA09}">
      <dgm:prSet/>
      <dgm:spPr/>
      <dgm:t>
        <a:bodyPr/>
        <a:lstStyle/>
        <a:p>
          <a:endParaRPr lang="en-US"/>
        </a:p>
      </dgm:t>
    </dgm:pt>
    <dgm:pt modelId="{393CDDD0-F9C6-478D-BE02-31D3D3CA8991}">
      <dgm:prSet phldrT="[Text]"/>
      <dgm:spPr/>
      <dgm:t>
        <a:bodyPr/>
        <a:lstStyle/>
        <a:p>
          <a:r>
            <a:rPr lang="en-US" dirty="0" smtClean="0"/>
            <a:t>Premium Pay</a:t>
          </a:r>
          <a:endParaRPr lang="en-US" dirty="0"/>
        </a:p>
      </dgm:t>
    </dgm:pt>
    <dgm:pt modelId="{7CD92D1C-126D-4CDD-8A22-B7D18B876958}" type="parTrans" cxnId="{5EB037DD-4A9D-4A65-B23C-640BFC69F8F0}">
      <dgm:prSet/>
      <dgm:spPr/>
      <dgm:t>
        <a:bodyPr/>
        <a:lstStyle/>
        <a:p>
          <a:endParaRPr lang="en-US"/>
        </a:p>
      </dgm:t>
    </dgm:pt>
    <dgm:pt modelId="{F28618F0-F1EF-4A97-97A7-3787FC39A564}" type="sibTrans" cxnId="{5EB037DD-4A9D-4A65-B23C-640BFC69F8F0}">
      <dgm:prSet/>
      <dgm:spPr/>
      <dgm:t>
        <a:bodyPr/>
        <a:lstStyle/>
        <a:p>
          <a:endParaRPr lang="en-US"/>
        </a:p>
      </dgm:t>
    </dgm:pt>
    <dgm:pt modelId="{FA24F17D-02F4-4767-B46F-A98C47AE6F07}">
      <dgm:prSet phldrT="[Text]"/>
      <dgm:spPr/>
      <dgm:t>
        <a:bodyPr/>
        <a:lstStyle/>
        <a:p>
          <a:r>
            <a:rPr lang="en-US" dirty="0" smtClean="0"/>
            <a:t>Special Assignment Pay</a:t>
          </a:r>
          <a:endParaRPr lang="en-US" dirty="0"/>
        </a:p>
      </dgm:t>
    </dgm:pt>
    <dgm:pt modelId="{2CC8EC03-347F-401A-AACB-F208BEF6B1B0}" type="parTrans" cxnId="{27D8E5F6-5CF1-4464-80A1-0BE9EEAA089E}">
      <dgm:prSet/>
      <dgm:spPr/>
      <dgm:t>
        <a:bodyPr/>
        <a:lstStyle/>
        <a:p>
          <a:endParaRPr lang="en-US"/>
        </a:p>
      </dgm:t>
    </dgm:pt>
    <dgm:pt modelId="{9BB9F228-745F-46AD-8CD9-90F9450BBA1C}" type="sibTrans" cxnId="{27D8E5F6-5CF1-4464-80A1-0BE9EEAA089E}">
      <dgm:prSet/>
      <dgm:spPr/>
      <dgm:t>
        <a:bodyPr/>
        <a:lstStyle/>
        <a:p>
          <a:endParaRPr lang="en-US"/>
        </a:p>
      </dgm:t>
    </dgm:pt>
    <dgm:pt modelId="{35B2EE30-81CB-4E47-8F6D-248AE1FCFE67}">
      <dgm:prSet phldrT="[Text]"/>
      <dgm:spPr/>
      <dgm:t>
        <a:bodyPr/>
        <a:lstStyle/>
        <a:p>
          <a:r>
            <a:rPr lang="en-US" dirty="0" smtClean="0"/>
            <a:t>Statutory Pay</a:t>
          </a:r>
          <a:endParaRPr lang="en-US" dirty="0"/>
        </a:p>
      </dgm:t>
    </dgm:pt>
    <dgm:pt modelId="{D7EC6A84-EDCE-493E-9BA5-903EF9C3EE07}" type="parTrans" cxnId="{CEAA6DDF-48BA-47AB-8F60-695642A56F03}">
      <dgm:prSet/>
      <dgm:spPr/>
      <dgm:t>
        <a:bodyPr/>
        <a:lstStyle/>
        <a:p>
          <a:endParaRPr lang="en-US"/>
        </a:p>
      </dgm:t>
    </dgm:pt>
    <dgm:pt modelId="{9D1417C7-1647-4257-92CD-C4C921417CAF}" type="sibTrans" cxnId="{CEAA6DDF-48BA-47AB-8F60-695642A56F03}">
      <dgm:prSet/>
      <dgm:spPr/>
      <dgm:t>
        <a:bodyPr/>
        <a:lstStyle/>
        <a:p>
          <a:endParaRPr lang="en-US"/>
        </a:p>
      </dgm:t>
    </dgm:pt>
    <dgm:pt modelId="{F1079A1F-C1D5-4D5C-BED7-8CBE1C96E6F7}" type="pres">
      <dgm:prSet presAssocID="{7BE666FB-0D84-4D84-9ECA-9986C001CC17}" presName="diagram" presStyleCnt="0">
        <dgm:presLayoutVars>
          <dgm:dir/>
          <dgm:resizeHandles val="exact"/>
        </dgm:presLayoutVars>
      </dgm:prSet>
      <dgm:spPr/>
      <dgm:t>
        <a:bodyPr/>
        <a:lstStyle/>
        <a:p>
          <a:endParaRPr lang="en-US"/>
        </a:p>
      </dgm:t>
    </dgm:pt>
    <dgm:pt modelId="{9AA1A932-1EDF-43D0-B7CD-8389BC3315ED}" type="pres">
      <dgm:prSet presAssocID="{C9721DC4-B663-4E53-A198-0B12E6E8D5AC}" presName="node" presStyleLbl="node1" presStyleIdx="0" presStyleCnt="5" custLinFactNeighborY="1126">
        <dgm:presLayoutVars>
          <dgm:bulletEnabled val="1"/>
        </dgm:presLayoutVars>
      </dgm:prSet>
      <dgm:spPr/>
      <dgm:t>
        <a:bodyPr/>
        <a:lstStyle/>
        <a:p>
          <a:endParaRPr lang="en-US"/>
        </a:p>
      </dgm:t>
    </dgm:pt>
    <dgm:pt modelId="{1F2BBF60-71F1-4328-8B5F-6D939D9D60E2}" type="pres">
      <dgm:prSet presAssocID="{318901A6-C0F6-4C6D-8199-7930952C6C28}" presName="sibTrans" presStyleCnt="0"/>
      <dgm:spPr/>
      <dgm:t>
        <a:bodyPr/>
        <a:lstStyle/>
        <a:p>
          <a:endParaRPr lang="en-US"/>
        </a:p>
      </dgm:t>
    </dgm:pt>
    <dgm:pt modelId="{02661A7C-73E6-4D4A-B3E6-B08F8CAD9057}" type="pres">
      <dgm:prSet presAssocID="{3168154F-4A03-4633-B1C9-4AAC2E1C750C}" presName="node" presStyleLbl="node1" presStyleIdx="1" presStyleCnt="5">
        <dgm:presLayoutVars>
          <dgm:bulletEnabled val="1"/>
        </dgm:presLayoutVars>
      </dgm:prSet>
      <dgm:spPr/>
      <dgm:t>
        <a:bodyPr/>
        <a:lstStyle/>
        <a:p>
          <a:endParaRPr lang="en-US"/>
        </a:p>
      </dgm:t>
    </dgm:pt>
    <dgm:pt modelId="{605DEAA2-513A-483E-8FF8-6BF7FDD73051}" type="pres">
      <dgm:prSet presAssocID="{91EF93C7-C47E-4482-86DE-544E1F626488}" presName="sibTrans" presStyleCnt="0"/>
      <dgm:spPr/>
      <dgm:t>
        <a:bodyPr/>
        <a:lstStyle/>
        <a:p>
          <a:endParaRPr lang="en-US"/>
        </a:p>
      </dgm:t>
    </dgm:pt>
    <dgm:pt modelId="{63E9D2E6-BB7D-4B4F-8256-5FA136DDC874}" type="pres">
      <dgm:prSet presAssocID="{393CDDD0-F9C6-478D-BE02-31D3D3CA8991}" presName="node" presStyleLbl="node1" presStyleIdx="2" presStyleCnt="5">
        <dgm:presLayoutVars>
          <dgm:bulletEnabled val="1"/>
        </dgm:presLayoutVars>
      </dgm:prSet>
      <dgm:spPr/>
      <dgm:t>
        <a:bodyPr/>
        <a:lstStyle/>
        <a:p>
          <a:endParaRPr lang="en-US"/>
        </a:p>
      </dgm:t>
    </dgm:pt>
    <dgm:pt modelId="{5A7DBF30-4BB8-492B-BE94-9BEFAFDC5E97}" type="pres">
      <dgm:prSet presAssocID="{F28618F0-F1EF-4A97-97A7-3787FC39A564}" presName="sibTrans" presStyleCnt="0"/>
      <dgm:spPr/>
      <dgm:t>
        <a:bodyPr/>
        <a:lstStyle/>
        <a:p>
          <a:endParaRPr lang="en-US"/>
        </a:p>
      </dgm:t>
    </dgm:pt>
    <dgm:pt modelId="{FD3042AF-DA10-4E80-B31B-C8CE7030E7BD}" type="pres">
      <dgm:prSet presAssocID="{FA24F17D-02F4-4767-B46F-A98C47AE6F07}" presName="node" presStyleLbl="node1" presStyleIdx="3" presStyleCnt="5">
        <dgm:presLayoutVars>
          <dgm:bulletEnabled val="1"/>
        </dgm:presLayoutVars>
      </dgm:prSet>
      <dgm:spPr/>
      <dgm:t>
        <a:bodyPr/>
        <a:lstStyle/>
        <a:p>
          <a:endParaRPr lang="en-US"/>
        </a:p>
      </dgm:t>
    </dgm:pt>
    <dgm:pt modelId="{E71BEFDF-EAA7-483C-B7B0-907F08195F7D}" type="pres">
      <dgm:prSet presAssocID="{9BB9F228-745F-46AD-8CD9-90F9450BBA1C}" presName="sibTrans" presStyleCnt="0"/>
      <dgm:spPr/>
      <dgm:t>
        <a:bodyPr/>
        <a:lstStyle/>
        <a:p>
          <a:endParaRPr lang="en-US"/>
        </a:p>
      </dgm:t>
    </dgm:pt>
    <dgm:pt modelId="{610F3235-435C-4E25-B888-09C8FA2BF3A4}" type="pres">
      <dgm:prSet presAssocID="{35B2EE30-81CB-4E47-8F6D-248AE1FCFE67}" presName="node" presStyleLbl="node1" presStyleIdx="4" presStyleCnt="5">
        <dgm:presLayoutVars>
          <dgm:bulletEnabled val="1"/>
        </dgm:presLayoutVars>
      </dgm:prSet>
      <dgm:spPr/>
      <dgm:t>
        <a:bodyPr/>
        <a:lstStyle/>
        <a:p>
          <a:endParaRPr lang="en-US"/>
        </a:p>
      </dgm:t>
    </dgm:pt>
  </dgm:ptLst>
  <dgm:cxnLst>
    <dgm:cxn modelId="{C847F1D5-13C4-464F-8864-19F515D246B9}" type="presOf" srcId="{FA24F17D-02F4-4767-B46F-A98C47AE6F07}" destId="{FD3042AF-DA10-4E80-B31B-C8CE7030E7BD}" srcOrd="0" destOrd="0" presId="urn:microsoft.com/office/officeart/2005/8/layout/default"/>
    <dgm:cxn modelId="{9C7576A3-B234-47E5-9C4C-5ADCBEF5DA09}" srcId="{7BE666FB-0D84-4D84-9ECA-9986C001CC17}" destId="{3168154F-4A03-4633-B1C9-4AAC2E1C750C}" srcOrd="1" destOrd="0" parTransId="{88D9ADC8-7186-4CBF-A5D6-E1E0E8D116E3}" sibTransId="{91EF93C7-C47E-4482-86DE-544E1F626488}"/>
    <dgm:cxn modelId="{5EB037DD-4A9D-4A65-B23C-640BFC69F8F0}" srcId="{7BE666FB-0D84-4D84-9ECA-9986C001CC17}" destId="{393CDDD0-F9C6-478D-BE02-31D3D3CA8991}" srcOrd="2" destOrd="0" parTransId="{7CD92D1C-126D-4CDD-8A22-B7D18B876958}" sibTransId="{F28618F0-F1EF-4A97-97A7-3787FC39A564}"/>
    <dgm:cxn modelId="{2553D39A-410F-4D90-AE52-9E6ACC3B30D6}" type="presOf" srcId="{35B2EE30-81CB-4E47-8F6D-248AE1FCFE67}" destId="{610F3235-435C-4E25-B888-09C8FA2BF3A4}" srcOrd="0" destOrd="0" presId="urn:microsoft.com/office/officeart/2005/8/layout/default"/>
    <dgm:cxn modelId="{72D5A03E-F014-46B6-BF88-44A17659BBEC}" srcId="{7BE666FB-0D84-4D84-9ECA-9986C001CC17}" destId="{C9721DC4-B663-4E53-A198-0B12E6E8D5AC}" srcOrd="0" destOrd="0" parTransId="{DE1D8B20-D869-4DD2-8EB6-B73847242B51}" sibTransId="{318901A6-C0F6-4C6D-8199-7930952C6C28}"/>
    <dgm:cxn modelId="{CEAA6DDF-48BA-47AB-8F60-695642A56F03}" srcId="{7BE666FB-0D84-4D84-9ECA-9986C001CC17}" destId="{35B2EE30-81CB-4E47-8F6D-248AE1FCFE67}" srcOrd="4" destOrd="0" parTransId="{D7EC6A84-EDCE-493E-9BA5-903EF9C3EE07}" sibTransId="{9D1417C7-1647-4257-92CD-C4C921417CAF}"/>
    <dgm:cxn modelId="{F2004378-EDB6-45CE-92D6-1D0609E8F9B6}" type="presOf" srcId="{C9721DC4-B663-4E53-A198-0B12E6E8D5AC}" destId="{9AA1A932-1EDF-43D0-B7CD-8389BC3315ED}" srcOrd="0" destOrd="0" presId="urn:microsoft.com/office/officeart/2005/8/layout/default"/>
    <dgm:cxn modelId="{FA8F626F-6559-40D6-A4D3-5D4A8162AB09}" type="presOf" srcId="{393CDDD0-F9C6-478D-BE02-31D3D3CA8991}" destId="{63E9D2E6-BB7D-4B4F-8256-5FA136DDC874}" srcOrd="0" destOrd="0" presId="urn:microsoft.com/office/officeart/2005/8/layout/default"/>
    <dgm:cxn modelId="{2D11FCBC-D033-469A-B01B-E3BF29D44920}" type="presOf" srcId="{3168154F-4A03-4633-B1C9-4AAC2E1C750C}" destId="{02661A7C-73E6-4D4A-B3E6-B08F8CAD9057}" srcOrd="0" destOrd="0" presId="urn:microsoft.com/office/officeart/2005/8/layout/default"/>
    <dgm:cxn modelId="{27D8E5F6-5CF1-4464-80A1-0BE9EEAA089E}" srcId="{7BE666FB-0D84-4D84-9ECA-9986C001CC17}" destId="{FA24F17D-02F4-4767-B46F-A98C47AE6F07}" srcOrd="3" destOrd="0" parTransId="{2CC8EC03-347F-401A-AACB-F208BEF6B1B0}" sibTransId="{9BB9F228-745F-46AD-8CD9-90F9450BBA1C}"/>
    <dgm:cxn modelId="{B74114FE-984E-4F0C-9156-38E833881119}" type="presOf" srcId="{7BE666FB-0D84-4D84-9ECA-9986C001CC17}" destId="{F1079A1F-C1D5-4D5C-BED7-8CBE1C96E6F7}" srcOrd="0" destOrd="0" presId="urn:microsoft.com/office/officeart/2005/8/layout/default"/>
    <dgm:cxn modelId="{672A26DD-675B-477E-8407-3696A955D8FC}" type="presParOf" srcId="{F1079A1F-C1D5-4D5C-BED7-8CBE1C96E6F7}" destId="{9AA1A932-1EDF-43D0-B7CD-8389BC3315ED}" srcOrd="0" destOrd="0" presId="urn:microsoft.com/office/officeart/2005/8/layout/default"/>
    <dgm:cxn modelId="{AEB1ADC6-68CD-4459-BEE4-430ADA157DAE}" type="presParOf" srcId="{F1079A1F-C1D5-4D5C-BED7-8CBE1C96E6F7}" destId="{1F2BBF60-71F1-4328-8B5F-6D939D9D60E2}" srcOrd="1" destOrd="0" presId="urn:microsoft.com/office/officeart/2005/8/layout/default"/>
    <dgm:cxn modelId="{FF453DC9-4399-4BAC-8FB8-FBD8010BC5F8}" type="presParOf" srcId="{F1079A1F-C1D5-4D5C-BED7-8CBE1C96E6F7}" destId="{02661A7C-73E6-4D4A-B3E6-B08F8CAD9057}" srcOrd="2" destOrd="0" presId="urn:microsoft.com/office/officeart/2005/8/layout/default"/>
    <dgm:cxn modelId="{B548DB38-5383-4A79-AFEA-F60F672DAB19}" type="presParOf" srcId="{F1079A1F-C1D5-4D5C-BED7-8CBE1C96E6F7}" destId="{605DEAA2-513A-483E-8FF8-6BF7FDD73051}" srcOrd="3" destOrd="0" presId="urn:microsoft.com/office/officeart/2005/8/layout/default"/>
    <dgm:cxn modelId="{09B47E79-74DE-4041-96CD-F6A5FC298B57}" type="presParOf" srcId="{F1079A1F-C1D5-4D5C-BED7-8CBE1C96E6F7}" destId="{63E9D2E6-BB7D-4B4F-8256-5FA136DDC874}" srcOrd="4" destOrd="0" presId="urn:microsoft.com/office/officeart/2005/8/layout/default"/>
    <dgm:cxn modelId="{09FBC888-205E-4662-BB08-D19F842BBCB7}" type="presParOf" srcId="{F1079A1F-C1D5-4D5C-BED7-8CBE1C96E6F7}" destId="{5A7DBF30-4BB8-492B-BE94-9BEFAFDC5E97}" srcOrd="5" destOrd="0" presId="urn:microsoft.com/office/officeart/2005/8/layout/default"/>
    <dgm:cxn modelId="{9C797273-45D7-4FD8-BCE5-A80F7DA761C7}" type="presParOf" srcId="{F1079A1F-C1D5-4D5C-BED7-8CBE1C96E6F7}" destId="{FD3042AF-DA10-4E80-B31B-C8CE7030E7BD}" srcOrd="6" destOrd="0" presId="urn:microsoft.com/office/officeart/2005/8/layout/default"/>
    <dgm:cxn modelId="{29069819-DF00-4980-8417-33CECA2ED28E}" type="presParOf" srcId="{F1079A1F-C1D5-4D5C-BED7-8CBE1C96E6F7}" destId="{E71BEFDF-EAA7-483C-B7B0-907F08195F7D}" srcOrd="7" destOrd="0" presId="urn:microsoft.com/office/officeart/2005/8/layout/default"/>
    <dgm:cxn modelId="{C5039EDD-3533-4A27-AAA5-EEF396A6F864}" type="presParOf" srcId="{F1079A1F-C1D5-4D5C-BED7-8CBE1C96E6F7}" destId="{610F3235-435C-4E25-B888-09C8FA2BF3A4}"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5F7FBF-1155-4284-A1AE-7AA8FF0C4B6C}">
      <dsp:nvSpPr>
        <dsp:cNvPr id="0" name=""/>
        <dsp:cNvSpPr/>
      </dsp:nvSpPr>
      <dsp:spPr>
        <a:xfrm>
          <a:off x="685799" y="0"/>
          <a:ext cx="7772400" cy="4495800"/>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BAA500-5DA5-4C23-8301-CF47946EA8A4}">
      <dsp:nvSpPr>
        <dsp:cNvPr id="0" name=""/>
        <dsp:cNvSpPr/>
      </dsp:nvSpPr>
      <dsp:spPr>
        <a:xfrm>
          <a:off x="2000250" y="1348740"/>
          <a:ext cx="5143500" cy="1798320"/>
        </a:xfrm>
        <a:prstGeom prst="roundRect">
          <a:avLst/>
        </a:prstGeom>
        <a:solidFill>
          <a:srgbClr val="166494"/>
        </a:solidFill>
        <a:ln w="25400" cap="flat" cmpd="sng" algn="ctr">
          <a:solidFill>
            <a:srgbClr val="166494"/>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lvl="0" algn="l" defTabSz="1066800">
            <a:lnSpc>
              <a:spcPct val="90000"/>
            </a:lnSpc>
            <a:spcBef>
              <a:spcPct val="0"/>
            </a:spcBef>
            <a:spcAft>
              <a:spcPct val="35000"/>
            </a:spcAft>
          </a:pPr>
          <a:r>
            <a:rPr lang="en-US" sz="2400" b="1" kern="1200" dirty="0" smtClean="0"/>
            <a:t>Initiating the Review</a:t>
          </a:r>
          <a:endParaRPr lang="en-US" sz="2400" b="1" kern="1200" dirty="0"/>
        </a:p>
        <a:p>
          <a:pPr marL="228600" lvl="1" indent="-228600" algn="l" defTabSz="889000">
            <a:lnSpc>
              <a:spcPct val="90000"/>
            </a:lnSpc>
            <a:spcBef>
              <a:spcPct val="0"/>
            </a:spcBef>
            <a:spcAft>
              <a:spcPct val="15000"/>
            </a:spcAft>
            <a:buChar char="••"/>
          </a:pPr>
          <a:r>
            <a:rPr lang="en-US" sz="2000" kern="1200" dirty="0" smtClean="0"/>
            <a:t>Contact Agency and explain the review process</a:t>
          </a:r>
          <a:endParaRPr lang="en-US" sz="2000" kern="1200" dirty="0"/>
        </a:p>
        <a:p>
          <a:pPr marL="228600" lvl="1" indent="-228600" algn="l" defTabSz="889000">
            <a:lnSpc>
              <a:spcPct val="90000"/>
            </a:lnSpc>
            <a:spcBef>
              <a:spcPct val="0"/>
            </a:spcBef>
            <a:spcAft>
              <a:spcPct val="15000"/>
            </a:spcAft>
            <a:buChar char="••"/>
          </a:pPr>
          <a:r>
            <a:rPr lang="en-US" sz="2000" kern="1200" dirty="0" smtClean="0"/>
            <a:t>Schedule the fieldwork dates</a:t>
          </a:r>
          <a:endParaRPr lang="en-US" sz="2000" kern="1200" dirty="0"/>
        </a:p>
        <a:p>
          <a:pPr marL="228600" lvl="1" indent="-228600" algn="l" defTabSz="889000">
            <a:lnSpc>
              <a:spcPct val="90000"/>
            </a:lnSpc>
            <a:spcBef>
              <a:spcPct val="0"/>
            </a:spcBef>
            <a:spcAft>
              <a:spcPct val="15000"/>
            </a:spcAft>
            <a:buChar char="••"/>
          </a:pPr>
          <a:r>
            <a:rPr lang="en-US" sz="2000" kern="1200" dirty="0" smtClean="0"/>
            <a:t>Request information</a:t>
          </a:r>
          <a:endParaRPr lang="en-US" sz="2000" kern="1200" dirty="0"/>
        </a:p>
        <a:p>
          <a:pPr marL="228600" lvl="1" indent="-228600" algn="l" defTabSz="889000">
            <a:lnSpc>
              <a:spcPct val="90000"/>
            </a:lnSpc>
            <a:spcBef>
              <a:spcPct val="0"/>
            </a:spcBef>
            <a:spcAft>
              <a:spcPct val="15000"/>
            </a:spcAft>
            <a:buChar char="••"/>
          </a:pPr>
          <a:r>
            <a:rPr lang="en-US" sz="2000" kern="1200" dirty="0" smtClean="0"/>
            <a:t>Send engagement letter</a:t>
          </a:r>
          <a:endParaRPr lang="en-US" sz="2000" kern="1200" dirty="0"/>
        </a:p>
      </dsp:txBody>
      <dsp:txXfrm>
        <a:off x="2088037" y="1436527"/>
        <a:ext cx="4967926" cy="16227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41593C-CF3B-48F3-A099-2CB6964BE2E1}">
      <dsp:nvSpPr>
        <dsp:cNvPr id="0" name=""/>
        <dsp:cNvSpPr/>
      </dsp:nvSpPr>
      <dsp:spPr>
        <a:xfrm>
          <a:off x="685799" y="0"/>
          <a:ext cx="7772400" cy="4495800"/>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4AEFD0-573F-4737-974E-3AAC6557244B}">
      <dsp:nvSpPr>
        <dsp:cNvPr id="0" name=""/>
        <dsp:cNvSpPr/>
      </dsp:nvSpPr>
      <dsp:spPr>
        <a:xfrm>
          <a:off x="2700337" y="1348740"/>
          <a:ext cx="3743325" cy="1798320"/>
        </a:xfrm>
        <a:prstGeom prst="roundRect">
          <a:avLst/>
        </a:prstGeom>
        <a:solidFill>
          <a:srgbClr val="166494"/>
        </a:solidFill>
        <a:ln w="25400" cap="flat" cmpd="sng" algn="ctr">
          <a:solidFill>
            <a:srgbClr val="166494"/>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lvl="0" algn="l" defTabSz="1066800">
            <a:lnSpc>
              <a:spcPct val="90000"/>
            </a:lnSpc>
            <a:spcBef>
              <a:spcPct val="0"/>
            </a:spcBef>
            <a:spcAft>
              <a:spcPct val="35000"/>
            </a:spcAft>
          </a:pPr>
          <a:r>
            <a:rPr lang="en-US" sz="2400" b="1" kern="1200" dirty="0" smtClean="0"/>
            <a:t>Fieldwork</a:t>
          </a:r>
          <a:endParaRPr lang="en-US" sz="2400" b="1" kern="1200" dirty="0"/>
        </a:p>
        <a:p>
          <a:pPr marL="228600" lvl="1" indent="-228600" algn="l" defTabSz="889000">
            <a:lnSpc>
              <a:spcPct val="90000"/>
            </a:lnSpc>
            <a:spcBef>
              <a:spcPct val="0"/>
            </a:spcBef>
            <a:spcAft>
              <a:spcPct val="15000"/>
            </a:spcAft>
            <a:buChar char="••"/>
          </a:pPr>
          <a:r>
            <a:rPr lang="en-US" sz="2000" kern="1200" dirty="0" smtClean="0"/>
            <a:t>Entrance conference</a:t>
          </a:r>
          <a:endParaRPr lang="en-US" sz="2000" kern="1200" dirty="0"/>
        </a:p>
        <a:p>
          <a:pPr marL="228600" lvl="1" indent="-228600" algn="l" defTabSz="889000">
            <a:lnSpc>
              <a:spcPct val="90000"/>
            </a:lnSpc>
            <a:spcBef>
              <a:spcPct val="0"/>
            </a:spcBef>
            <a:spcAft>
              <a:spcPct val="15000"/>
            </a:spcAft>
            <a:buChar char="••"/>
          </a:pPr>
          <a:r>
            <a:rPr lang="en-US" sz="2000" kern="1200" dirty="0" smtClean="0"/>
            <a:t>Review Agency records</a:t>
          </a:r>
          <a:endParaRPr lang="en-US" sz="2000" kern="1200" dirty="0"/>
        </a:p>
        <a:p>
          <a:pPr marL="228600" lvl="1" indent="-228600" algn="l" defTabSz="889000">
            <a:lnSpc>
              <a:spcPct val="90000"/>
            </a:lnSpc>
            <a:spcBef>
              <a:spcPct val="0"/>
            </a:spcBef>
            <a:spcAft>
              <a:spcPct val="15000"/>
            </a:spcAft>
            <a:buChar char="••"/>
          </a:pPr>
          <a:r>
            <a:rPr lang="en-US" sz="2000" kern="1200" dirty="0" smtClean="0"/>
            <a:t>Conduct meetings and interviews</a:t>
          </a:r>
          <a:endParaRPr lang="en-US" sz="2000" kern="1200" dirty="0"/>
        </a:p>
        <a:p>
          <a:pPr marL="228600" lvl="1" indent="-228600" algn="l" defTabSz="889000">
            <a:lnSpc>
              <a:spcPct val="90000"/>
            </a:lnSpc>
            <a:spcBef>
              <a:spcPct val="0"/>
            </a:spcBef>
            <a:spcAft>
              <a:spcPct val="15000"/>
            </a:spcAft>
            <a:buChar char="••"/>
          </a:pPr>
          <a:r>
            <a:rPr lang="en-US" sz="2000" kern="1200" dirty="0" smtClean="0"/>
            <a:t>Exit conference</a:t>
          </a:r>
          <a:endParaRPr lang="en-US" sz="2000" kern="1200" dirty="0"/>
        </a:p>
      </dsp:txBody>
      <dsp:txXfrm>
        <a:off x="2788124" y="1436527"/>
        <a:ext cx="3567751" cy="162274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E1E56E-4AEE-4395-AB41-D39C24E4CF8F}">
      <dsp:nvSpPr>
        <dsp:cNvPr id="0" name=""/>
        <dsp:cNvSpPr/>
      </dsp:nvSpPr>
      <dsp:spPr>
        <a:xfrm>
          <a:off x="685799" y="0"/>
          <a:ext cx="7772400" cy="4495800"/>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3F3200-FD0B-4EF8-8B59-EF83CF5FFF9A}">
      <dsp:nvSpPr>
        <dsp:cNvPr id="0" name=""/>
        <dsp:cNvSpPr/>
      </dsp:nvSpPr>
      <dsp:spPr>
        <a:xfrm>
          <a:off x="1500187" y="1348740"/>
          <a:ext cx="6143625" cy="1798320"/>
        </a:xfrm>
        <a:prstGeom prst="roundRect">
          <a:avLst/>
        </a:prstGeom>
        <a:solidFill>
          <a:srgbClr val="166494"/>
        </a:solidFill>
        <a:ln w="25400" cap="flat" cmpd="sng" algn="ctr">
          <a:solidFill>
            <a:srgbClr val="166494"/>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91440" rIns="91440" bIns="91440" numCol="1" spcCol="1270" anchor="t" anchorCtr="0">
          <a:noAutofit/>
        </a:bodyPr>
        <a:lstStyle/>
        <a:p>
          <a:pPr lvl="0" algn="l" defTabSz="1066800">
            <a:lnSpc>
              <a:spcPct val="90000"/>
            </a:lnSpc>
            <a:spcBef>
              <a:spcPct val="0"/>
            </a:spcBef>
            <a:spcAft>
              <a:spcPct val="35000"/>
            </a:spcAft>
          </a:pPr>
          <a:r>
            <a:rPr lang="en-US" sz="2400" b="1" kern="1200" dirty="0" smtClean="0"/>
            <a:t>Report</a:t>
          </a:r>
          <a:endParaRPr lang="en-US" sz="2400" b="1" kern="1200" dirty="0"/>
        </a:p>
        <a:p>
          <a:pPr marL="228600" lvl="1" indent="-228600" algn="l" defTabSz="889000">
            <a:lnSpc>
              <a:spcPct val="90000"/>
            </a:lnSpc>
            <a:spcBef>
              <a:spcPct val="0"/>
            </a:spcBef>
            <a:spcAft>
              <a:spcPct val="15000"/>
            </a:spcAft>
            <a:buChar char="••"/>
          </a:pPr>
          <a:r>
            <a:rPr lang="en-US" sz="2000" kern="1200" smtClean="0"/>
            <a:t>Confer with CalPERS Program Areas</a:t>
          </a:r>
          <a:endParaRPr lang="en-US" sz="2000" kern="1200" dirty="0"/>
        </a:p>
        <a:p>
          <a:pPr marL="228600" lvl="1" indent="-228600" algn="l" defTabSz="889000">
            <a:lnSpc>
              <a:spcPct val="90000"/>
            </a:lnSpc>
            <a:spcBef>
              <a:spcPct val="0"/>
            </a:spcBef>
            <a:spcAft>
              <a:spcPct val="15000"/>
            </a:spcAft>
            <a:buChar char="••"/>
          </a:pPr>
          <a:r>
            <a:rPr lang="en-US" sz="2000" kern="1200" dirty="0" smtClean="0"/>
            <a:t>Draft report and perform quality review</a:t>
          </a:r>
          <a:endParaRPr lang="en-US" sz="2000" kern="1200" dirty="0"/>
        </a:p>
        <a:p>
          <a:pPr marL="228600" lvl="1" indent="-228600" algn="l" defTabSz="889000">
            <a:lnSpc>
              <a:spcPct val="90000"/>
            </a:lnSpc>
            <a:spcBef>
              <a:spcPct val="0"/>
            </a:spcBef>
            <a:spcAft>
              <a:spcPct val="15000"/>
            </a:spcAft>
            <a:buChar char="••"/>
          </a:pPr>
          <a:r>
            <a:rPr lang="en-US" sz="2000" kern="1200" dirty="0" smtClean="0"/>
            <a:t>Provide draft report to Agency and receive Agency response</a:t>
          </a:r>
          <a:endParaRPr lang="en-US" sz="2000" kern="1200" dirty="0"/>
        </a:p>
        <a:p>
          <a:pPr marL="228600" lvl="1" indent="-228600" algn="l" defTabSz="889000">
            <a:lnSpc>
              <a:spcPct val="90000"/>
            </a:lnSpc>
            <a:spcBef>
              <a:spcPct val="0"/>
            </a:spcBef>
            <a:spcAft>
              <a:spcPct val="15000"/>
            </a:spcAft>
            <a:buChar char="••"/>
          </a:pPr>
          <a:r>
            <a:rPr lang="en-US" sz="2000" kern="1200" dirty="0" smtClean="0"/>
            <a:t>Issue final report and initiate program area resolution</a:t>
          </a:r>
          <a:endParaRPr lang="en-US" sz="2000" kern="1200" dirty="0"/>
        </a:p>
      </dsp:txBody>
      <dsp:txXfrm>
        <a:off x="1587974" y="1436527"/>
        <a:ext cx="5968051" cy="162274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CD1615-989A-4EEB-985C-29FD00837922}">
      <dsp:nvSpPr>
        <dsp:cNvPr id="0" name=""/>
        <dsp:cNvSpPr/>
      </dsp:nvSpPr>
      <dsp:spPr>
        <a:xfrm>
          <a:off x="3716" y="546552"/>
          <a:ext cx="3250294" cy="3250294"/>
        </a:xfrm>
        <a:prstGeom prst="ellipse">
          <a:avLst/>
        </a:prstGeom>
        <a:solidFill>
          <a:srgbClr val="16649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33020" rIns="33020" bIns="33020" numCol="1" spcCol="1270" anchor="ctr" anchorCtr="0">
          <a:noAutofit/>
        </a:bodyPr>
        <a:lstStyle/>
        <a:p>
          <a:pPr lvl="0" algn="ctr" defTabSz="1155700">
            <a:lnSpc>
              <a:spcPct val="90000"/>
            </a:lnSpc>
            <a:spcBef>
              <a:spcPct val="0"/>
            </a:spcBef>
            <a:spcAft>
              <a:spcPct val="35000"/>
            </a:spcAft>
          </a:pPr>
          <a:r>
            <a:rPr lang="en-US" sz="2600" kern="1200" dirty="0" smtClean="0"/>
            <a:t>Risk Assessment:  </a:t>
          </a:r>
          <a:r>
            <a:rPr lang="en-US" sz="2000" kern="1200" dirty="0" smtClean="0"/>
            <a:t>High Risk Areas</a:t>
          </a:r>
          <a:endParaRPr lang="en-US" sz="2000" kern="1200" dirty="0"/>
        </a:p>
      </dsp:txBody>
      <dsp:txXfrm>
        <a:off x="479711" y="1022547"/>
        <a:ext cx="2298304" cy="2298304"/>
      </dsp:txXfrm>
    </dsp:sp>
    <dsp:sp modelId="{C7304AAD-C8A6-437B-AE68-A3C548607ACC}">
      <dsp:nvSpPr>
        <dsp:cNvPr id="0" name=""/>
        <dsp:cNvSpPr/>
      </dsp:nvSpPr>
      <dsp:spPr>
        <a:xfrm>
          <a:off x="3741555" y="1567145"/>
          <a:ext cx="1033593" cy="120910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2444750">
            <a:lnSpc>
              <a:spcPct val="90000"/>
            </a:lnSpc>
            <a:spcBef>
              <a:spcPct val="0"/>
            </a:spcBef>
            <a:spcAft>
              <a:spcPct val="35000"/>
            </a:spcAft>
          </a:pPr>
          <a:endParaRPr lang="en-US" sz="5500" kern="1200"/>
        </a:p>
      </dsp:txBody>
      <dsp:txXfrm>
        <a:off x="3741555" y="1808967"/>
        <a:ext cx="723515" cy="725465"/>
      </dsp:txXfrm>
    </dsp:sp>
    <dsp:sp modelId="{B5247846-94FF-4A12-9805-CD9EB8170CF0}">
      <dsp:nvSpPr>
        <dsp:cNvPr id="0" name=""/>
        <dsp:cNvSpPr/>
      </dsp:nvSpPr>
      <dsp:spPr>
        <a:xfrm>
          <a:off x="5204188" y="546552"/>
          <a:ext cx="3250294" cy="3250294"/>
        </a:xfrm>
        <a:prstGeom prst="ellipse">
          <a:avLst/>
        </a:prstGeom>
        <a:solidFill>
          <a:srgbClr val="166494"/>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3020" tIns="33020" rIns="33020" bIns="33020" numCol="1" spcCol="1270" anchor="ctr" anchorCtr="0">
          <a:noAutofit/>
        </a:bodyPr>
        <a:lstStyle/>
        <a:p>
          <a:pPr lvl="0" algn="ctr" defTabSz="1155700">
            <a:lnSpc>
              <a:spcPct val="90000"/>
            </a:lnSpc>
            <a:spcBef>
              <a:spcPct val="0"/>
            </a:spcBef>
            <a:spcAft>
              <a:spcPct val="35000"/>
            </a:spcAft>
          </a:pPr>
          <a:r>
            <a:rPr lang="en-US" sz="2600" kern="1200" dirty="0" smtClean="0"/>
            <a:t>Review Program</a:t>
          </a:r>
          <a:r>
            <a:rPr lang="en-US" sz="2700" kern="1200" dirty="0" smtClean="0"/>
            <a:t>: </a:t>
          </a:r>
          <a:r>
            <a:rPr lang="en-US" sz="2000" kern="1200" dirty="0" smtClean="0"/>
            <a:t>Focused Compliance Areas</a:t>
          </a:r>
          <a:endParaRPr lang="en-US" sz="2000" kern="1200" dirty="0"/>
        </a:p>
      </dsp:txBody>
      <dsp:txXfrm>
        <a:off x="5680183" y="1022547"/>
        <a:ext cx="2298304" cy="229830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05/8/layout/equation2">
  <dgm:title val=""/>
  <dgm:desc val=""/>
  <dgm:catLst>
    <dgm:cat type="relationship" pri="18000"/>
    <dgm:cat type="process" pri="2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linDir" val="fromL"/>
          <dgm:param type="fallback" val="2D"/>
        </dgm:alg>
      </dgm:if>
      <dgm:else name="Name3">
        <dgm:alg type="lin">
          <dgm:param type="linDir" val="fromR"/>
          <dgm:param type="fallback" val="2D"/>
        </dgm:alg>
      </dgm:else>
    </dgm:choose>
    <dgm:shape xmlns:r="http://schemas.openxmlformats.org/officeDocument/2006/relationships" r:blip="">
      <dgm:adjLst/>
    </dgm:shape>
    <dgm:presOf/>
    <dgm:choose name="Name4">
      <dgm:if name="Name5" axis="ch" ptType="node" func="cnt" op="gte" val="3">
        <dgm:constrLst>
          <dgm:constr type="h" for="des" forName="node" refType="w" fact="0.5"/>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ch" forName="lastNode" op="equ" val="65"/>
          <dgm:constr type="primFontSz" for="des" forName="node" op="equ" val="65"/>
          <dgm:constr type="primFontSz" for="des" forName="sibTrans" val="55"/>
          <dgm:constr type="primFontSz" for="des" forName="sibTrans" refType="primFontSz" refFor="des" refForName="node" op="lte" fact="0.8"/>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if>
      <dgm:else name="Name6">
        <dgm:constrLst>
          <dgm:constr type="h" for="des" forName="node" refType="w"/>
          <dgm:constr type="w" for="ch" forName="lastNode" refType="w"/>
          <dgm:constr type="w" for="des" forName="node" refType="h" refFor="des" refForName="node"/>
          <dgm:constr type="w" for="ch" forName="sibTransLast" refType="h" refFor="des" refForName="node" fact="0.6"/>
          <dgm:constr type="h" for="des" forName="sibTrans" refType="h" refFor="des" refForName="node" op="equ" fact="0.58"/>
          <dgm:constr type="w" for="des" forName="sibTrans" refType="h" refFor="des" refForName="sibTrans" op="equ"/>
          <dgm:constr type="primFontSz" for="des" forName="node" val="65"/>
          <dgm:constr type="primFontSz" for="ch" forName="lastNode" refType="primFontSz" refFor="des" refForName="node" op="equ"/>
          <dgm:constr type="primFontSz" for="des" forName="sibTrans" val="55"/>
          <dgm:constr type="primFontSz" for="des" forName="connectorText" refType="primFontSz" refFor="des" refForName="node" op="lte" fact="0.8"/>
          <dgm:constr type="primFontSz" for="des" forName="connectorText" refType="primFontSz" refFor="des" refForName="sibTrans" op="equ"/>
          <dgm:constr type="h" for="des" forName="spacerT" refType="h" refFor="des" refForName="sibTrans" fact="0.14"/>
          <dgm:constr type="h" for="des" forName="spacerB" refType="h" refFor="des" refForName="sibTrans" fact="0.14"/>
        </dgm:constrLst>
      </dgm:else>
    </dgm:choose>
    <dgm:ruleLst/>
    <dgm:choose name="Name7">
      <dgm:if name="Name8" axis="ch" ptType="node" func="cnt" op="gte" val="1">
        <dgm:layoutNode name="vNodes">
          <dgm:alg type="lin">
            <dgm:param type="linDir" val="fromT"/>
            <dgm:param type="fallback" val="2D"/>
          </dgm:alg>
          <dgm:shape xmlns:r="http://schemas.openxmlformats.org/officeDocument/2006/relationships" r:blip="">
            <dgm:adjLst/>
          </dgm:shape>
          <dgm:presOf/>
          <dgm:constrLst/>
          <dgm:ruleLst/>
          <dgm:forEach name="Name9" axis="ch" ptType="node">
            <dgm:choose name="Name10">
              <dgm:if name="Name11" axis="self" func="revPos" op="neq" val="1">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choose name="Name12">
                  <dgm:if name="Name13" axis="self" ptType="node" func="revPos" op="gt" val="2">
                    <dgm:forEach name="sibTransForEach" axis="followSib" ptType="sibTrans" cnt="1">
                      <dgm:layoutNode name="spacerT">
                        <dgm:alg type="sp"/>
                        <dgm:shape xmlns:r="http://schemas.openxmlformats.org/officeDocument/2006/relationships" r:blip="">
                          <dgm:adjLst/>
                        </dgm:shape>
                        <dgm:presOf axis="self"/>
                        <dgm:constrLst/>
                        <dgm:ruleLst/>
                      </dgm:layoutNode>
                      <dgm:layoutNode name="sibTrans">
                        <dgm:alg type="tx"/>
                        <dgm:shape xmlns:r="http://schemas.openxmlformats.org/officeDocument/2006/relationships" type="mathPlus" r:blip="">
                          <dgm:adjLst/>
                        </dgm:shape>
                        <dgm:presOf axis="self"/>
                        <dgm:constrLst>
                          <dgm:constr type="h" refType="w"/>
                          <dgm:constr type="lMarg"/>
                          <dgm:constr type="rMarg"/>
                          <dgm:constr type="tMarg"/>
                          <dgm:constr type="bMarg"/>
                        </dgm:constrLst>
                        <dgm:ruleLst>
                          <dgm:rule type="primFontSz" val="5" fact="NaN" max="NaN"/>
                        </dgm:ruleLst>
                      </dgm:layoutNode>
                      <dgm:layoutNode name="spacerB">
                        <dgm:alg type="sp"/>
                        <dgm:shape xmlns:r="http://schemas.openxmlformats.org/officeDocument/2006/relationships" r:blip="">
                          <dgm:adjLst/>
                        </dgm:shape>
                        <dgm:presOf axis="self"/>
                        <dgm:constrLst/>
                        <dgm:ruleLst/>
                      </dgm:layoutNode>
                    </dgm:forEach>
                  </dgm:if>
                  <dgm:else name="Name14"/>
                </dgm:choose>
              </dgm:if>
              <dgm:else name="Name15"/>
            </dgm:choose>
          </dgm:forEach>
        </dgm:layoutNode>
        <dgm:choose name="Name16">
          <dgm:if name="Name17" axis="ch" ptType="node" func="cnt" op="gt" val="1">
            <dgm:layoutNode name="sibTransLast">
              <dgm:alg type="conn">
                <dgm:param type="begPts" val="auto"/>
                <dgm:param type="endPts" val="auto"/>
                <dgm:param type="srcNode" val="vNodes"/>
                <dgm:param type="dstNode" val="lastNode"/>
              </dgm:alg>
              <dgm:shape xmlns:r="http://schemas.openxmlformats.org/officeDocument/2006/relationships" type="conn" r:blip="">
                <dgm:adjLst/>
              </dgm:shape>
              <dgm:presOf axis="ch" ptType="sibTrans" st="-1" cnt="1"/>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ch desOrSelf" ptType="sibTrans sibTrans" st="-1 1" cnt="1 0"/>
                <dgm:constrLst>
                  <dgm:constr type="lMarg"/>
                  <dgm:constr type="rMarg"/>
                  <dgm:constr type="tMarg"/>
                  <dgm:constr type="bMarg"/>
                </dgm:constrLst>
                <dgm:ruleLst>
                  <dgm:rule type="primFontSz" val="5" fact="NaN" max="NaN"/>
                </dgm:ruleLst>
              </dgm:layoutNode>
            </dgm:layoutNode>
          </dgm:if>
          <dgm:else name="Name18"/>
        </dgm:choose>
        <dgm:layoutNode name="lastNode">
          <dgm:varLst>
            <dgm:bulletEnabled val="1"/>
          </dgm:varLst>
          <dgm:alg type="tx">
            <dgm:param type="txAnchorVertCh" val="mid"/>
          </dgm:alg>
          <dgm:shape xmlns:r="http://schemas.openxmlformats.org/officeDocument/2006/relationships" type="ellipse" r:blip="">
            <dgm:adjLst/>
          </dgm:shape>
          <dgm:presOf axis="ch desOrSelf" ptType="node node" st="-1 1" cnt="1 0"/>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19"/>
    </dgm:choose>
  </dgm:layoutNode>
</dgm:layoutDef>
</file>

<file path=ppt/diagrams/layout5.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en-US"/>
          </a:p>
        </p:txBody>
      </p:sp>
      <p:sp>
        <p:nvSpPr>
          <p:cNvPr id="3072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en-US"/>
          </a:p>
        </p:txBody>
      </p:sp>
      <p:sp>
        <p:nvSpPr>
          <p:cNvPr id="3072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en-US"/>
          </a:p>
        </p:txBody>
      </p:sp>
      <p:sp>
        <p:nvSpPr>
          <p:cNvPr id="3072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pPr>
              <a:defRPr/>
            </a:pPr>
            <a:fld id="{34B16F80-C53A-4F72-A2C1-5A70A7014D85}" type="slidenum">
              <a:rPr lang="en-US" altLang="en-US"/>
              <a:pPr>
                <a:defRPr/>
              </a:pPr>
              <a:t>‹#›</a:t>
            </a:fld>
            <a:endParaRPr lang="en-US" altLang="en-US"/>
          </a:p>
        </p:txBody>
      </p:sp>
    </p:spTree>
    <p:extLst>
      <p:ext uri="{BB962C8B-B14F-4D97-AF65-F5344CB8AC3E}">
        <p14:creationId xmlns:p14="http://schemas.microsoft.com/office/powerpoint/2010/main" val="72419101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9634" name="Rectangle 2"/>
          <p:cNvSpPr>
            <a:spLocks noGrp="1" noChangeArrowheads="1"/>
          </p:cNvSpPr>
          <p:nvPr>
            <p:ph type="hdr" sz="quarter"/>
          </p:nvPr>
        </p:nvSpPr>
        <p:spPr bwMode="auto">
          <a:xfrm>
            <a:off x="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en-US"/>
          </a:p>
        </p:txBody>
      </p:sp>
      <p:sp>
        <p:nvSpPr>
          <p:cNvPr id="69635" name="Rectangle 3"/>
          <p:cNvSpPr>
            <a:spLocks noGrp="1" noChangeArrowheads="1"/>
          </p:cNvSpPr>
          <p:nvPr>
            <p:ph type="dt" idx="1"/>
          </p:nvPr>
        </p:nvSpPr>
        <p:spPr bwMode="auto">
          <a:xfrm>
            <a:off x="3886200" y="0"/>
            <a:ext cx="2971800" cy="457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algn="r">
              <a:defRPr sz="1200"/>
            </a:lvl1pPr>
          </a:lstStyle>
          <a:p>
            <a:pPr>
              <a:defRPr/>
            </a:pPr>
            <a:endParaRPr lang="en-US" altLang="en-US"/>
          </a:p>
        </p:txBody>
      </p:sp>
      <p:sp>
        <p:nvSpPr>
          <p:cNvPr id="348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7"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noProof="0" smtClean="0"/>
              <a:t>Click to edit Master text styles</a:t>
            </a:r>
          </a:p>
          <a:p>
            <a:pPr lvl="1"/>
            <a:r>
              <a:rPr lang="en-US" altLang="en-US" noProof="0" smtClean="0"/>
              <a:t>Second level</a:t>
            </a:r>
          </a:p>
          <a:p>
            <a:pPr lvl="2"/>
            <a:r>
              <a:rPr lang="en-US" altLang="en-US" noProof="0" smtClean="0"/>
              <a:t>Third level</a:t>
            </a:r>
          </a:p>
          <a:p>
            <a:pPr lvl="3"/>
            <a:r>
              <a:rPr lang="en-US" altLang="en-US" noProof="0" smtClean="0"/>
              <a:t>Fourth level</a:t>
            </a:r>
          </a:p>
          <a:p>
            <a:pPr lvl="4"/>
            <a:r>
              <a:rPr lang="en-US" altLang="en-US" noProof="0" smtClean="0"/>
              <a:t>Fifth level</a:t>
            </a:r>
          </a:p>
        </p:txBody>
      </p:sp>
      <p:sp>
        <p:nvSpPr>
          <p:cNvPr id="69638"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en-US"/>
          </a:p>
        </p:txBody>
      </p:sp>
      <p:sp>
        <p:nvSpPr>
          <p:cNvPr id="69639"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lvl1pPr algn="r">
              <a:defRPr sz="1200"/>
            </a:lvl1pPr>
          </a:lstStyle>
          <a:p>
            <a:pPr>
              <a:defRPr/>
            </a:pPr>
            <a:fld id="{532EC69C-F8F3-4F92-8C54-C613B78AAE1A}" type="slidenum">
              <a:rPr lang="en-US" altLang="en-US"/>
              <a:pPr>
                <a:defRPr/>
              </a:pPr>
              <a:t>‹#›</a:t>
            </a:fld>
            <a:endParaRPr lang="en-US" altLang="en-US"/>
          </a:p>
        </p:txBody>
      </p:sp>
    </p:spTree>
    <p:extLst>
      <p:ext uri="{BB962C8B-B14F-4D97-AF65-F5344CB8AC3E}">
        <p14:creationId xmlns:p14="http://schemas.microsoft.com/office/powerpoint/2010/main" val="1623456349"/>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charset="0"/>
        <a:ea typeface="ＭＳ Ｐゴシック" pitchFamily="1" charset="-128"/>
        <a:cs typeface="ＭＳ Ｐゴシック" pitchFamily="1" charset="-128"/>
      </a:defRPr>
    </a:lvl1pPr>
    <a:lvl2pPr marL="457200" algn="l" rtl="0" eaLnBrk="0" fontAlgn="base" hangingPunct="0">
      <a:spcBef>
        <a:spcPct val="30000"/>
      </a:spcBef>
      <a:spcAft>
        <a:spcPct val="0"/>
      </a:spcAft>
      <a:defRPr sz="1200" kern="1200">
        <a:solidFill>
          <a:schemeClr val="tx1"/>
        </a:solidFill>
        <a:latin typeface="Arial" charset="0"/>
        <a:ea typeface="ＭＳ Ｐゴシック" pitchFamily="1" charset="-128"/>
        <a:cs typeface="ＭＳ Ｐゴシック" pitchFamily="1" charset="-128"/>
      </a:defRPr>
    </a:lvl2pPr>
    <a:lvl3pPr marL="914400" algn="l" rtl="0" eaLnBrk="0" fontAlgn="base" hangingPunct="0">
      <a:spcBef>
        <a:spcPct val="30000"/>
      </a:spcBef>
      <a:spcAft>
        <a:spcPct val="0"/>
      </a:spcAft>
      <a:defRPr sz="1200" kern="1200">
        <a:solidFill>
          <a:schemeClr val="tx1"/>
        </a:solidFill>
        <a:latin typeface="Arial" charset="0"/>
        <a:ea typeface="ＭＳ Ｐゴシック" pitchFamily="1" charset="-128"/>
        <a:cs typeface="ＭＳ Ｐゴシック" pitchFamily="1" charset="-128"/>
      </a:defRPr>
    </a:lvl3pPr>
    <a:lvl4pPr marL="1371600" algn="l" rtl="0" eaLnBrk="0" fontAlgn="base" hangingPunct="0">
      <a:spcBef>
        <a:spcPct val="30000"/>
      </a:spcBef>
      <a:spcAft>
        <a:spcPct val="0"/>
      </a:spcAft>
      <a:defRPr sz="1200" kern="1200">
        <a:solidFill>
          <a:schemeClr val="tx1"/>
        </a:solidFill>
        <a:latin typeface="Arial" charset="0"/>
        <a:ea typeface="ＭＳ Ｐゴシック" pitchFamily="1" charset="-128"/>
        <a:cs typeface="ＭＳ Ｐゴシック" pitchFamily="1" charset="-128"/>
      </a:defRPr>
    </a:lvl4pPr>
    <a:lvl5pPr marL="1828800" algn="l" rtl="0" eaLnBrk="0" fontAlgn="base" hangingPunct="0">
      <a:spcBef>
        <a:spcPct val="30000"/>
      </a:spcBef>
      <a:spcAft>
        <a:spcPct val="0"/>
      </a:spcAft>
      <a:defRPr sz="1200" kern="1200">
        <a:solidFill>
          <a:schemeClr val="tx1"/>
        </a:solidFill>
        <a:latin typeface="Arial" charset="0"/>
        <a:ea typeface="ＭＳ Ｐゴシック" pitchFamily="1" charset="-128"/>
        <a:cs typeface="ＭＳ Ｐゴシック" pitchFamily="1" charset="-128"/>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37931725" indent="-37474525">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5BA8B713-BC3B-4573-8075-1A065614890F}" type="slidenum">
              <a:rPr lang="en-US" altLang="en-US" sz="1200" smtClean="0"/>
              <a:pPr/>
              <a:t>1</a:t>
            </a:fld>
            <a:endParaRPr lang="en-US" altLang="en-US" sz="1200" smtClean="0"/>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dirty="0" smtClean="0">
              <a:latin typeface="Arial" pitchFamily="34" charset="0"/>
              <a:ea typeface="Geneva"/>
              <a:cs typeface="Geneva"/>
            </a:endParaRPr>
          </a:p>
          <a:p>
            <a:pPr eaLnBrk="1" hangingPunct="1">
              <a:spcBef>
                <a:spcPct val="0"/>
              </a:spcBef>
            </a:pPr>
            <a:endParaRPr lang="en-US" altLang="en-US" dirty="0" smtClean="0">
              <a:latin typeface="Arial" pitchFamily="34" charset="0"/>
              <a:ea typeface="Geneva"/>
              <a:cs typeface="Geneva"/>
            </a:endParaRPr>
          </a:p>
          <a:p>
            <a:pPr eaLnBrk="1" hangingPunct="1">
              <a:spcBef>
                <a:spcPct val="0"/>
              </a:spcBef>
            </a:pPr>
            <a:r>
              <a:rPr lang="en-US" altLang="en-US" u="sng" dirty="0" smtClean="0">
                <a:latin typeface="Arial" pitchFamily="34" charset="0"/>
                <a:ea typeface="Geneva"/>
                <a:cs typeface="Geneva"/>
              </a:rPr>
              <a:t>Michelle</a:t>
            </a:r>
          </a:p>
          <a:p>
            <a:pPr eaLnBrk="1" hangingPunct="1">
              <a:spcBef>
                <a:spcPct val="0"/>
              </a:spcBef>
            </a:pPr>
            <a:r>
              <a:rPr lang="en-US" altLang="en-US" dirty="0" smtClean="0">
                <a:latin typeface="Arial" pitchFamily="34" charset="0"/>
                <a:ea typeface="Geneva"/>
                <a:cs typeface="Geneva"/>
              </a:rPr>
              <a:t>Thank you for the introduction </a:t>
            </a:r>
          </a:p>
          <a:p>
            <a:pPr eaLnBrk="1" hangingPunct="1">
              <a:spcBef>
                <a:spcPct val="0"/>
              </a:spcBef>
            </a:pPr>
            <a:r>
              <a:rPr lang="en-US" altLang="en-US" dirty="0" smtClean="0">
                <a:latin typeface="Arial" pitchFamily="34" charset="0"/>
                <a:ea typeface="Geneva"/>
                <a:cs typeface="Geneva"/>
              </a:rPr>
              <a:t>Welcome to our presentation on CalPERS Public Agency Reviews</a:t>
            </a:r>
          </a:p>
          <a:p>
            <a:pPr eaLnBrk="1" hangingPunct="1">
              <a:spcBef>
                <a:spcPct val="0"/>
              </a:spcBef>
            </a:pPr>
            <a:endParaRPr lang="en-US" altLang="en-US" dirty="0" smtClean="0">
              <a:latin typeface="Arial" pitchFamily="34" charset="0"/>
              <a:ea typeface="Geneva"/>
              <a:cs typeface="Geneva"/>
            </a:endParaRPr>
          </a:p>
          <a:p>
            <a:pPr eaLnBrk="1" hangingPunct="1">
              <a:spcBef>
                <a:spcPct val="0"/>
              </a:spcBef>
            </a:pPr>
            <a:r>
              <a:rPr lang="en-US" altLang="en-US" dirty="0" smtClean="0">
                <a:latin typeface="Arial" pitchFamily="34" charset="0"/>
                <a:ea typeface="Geneva"/>
                <a:cs typeface="Geneva"/>
              </a:rPr>
              <a:t>Michelle:</a:t>
            </a:r>
          </a:p>
          <a:p>
            <a:pPr eaLnBrk="1" hangingPunct="1">
              <a:spcBef>
                <a:spcPct val="0"/>
              </a:spcBef>
            </a:pPr>
            <a:r>
              <a:rPr lang="en-US" altLang="en-US" dirty="0" smtClean="0">
                <a:latin typeface="Arial" pitchFamily="34" charset="0"/>
                <a:ea typeface="Geneva"/>
                <a:cs typeface="Geneva"/>
              </a:rPr>
              <a:t>1.5 Years with CalPERS</a:t>
            </a:r>
          </a:p>
          <a:p>
            <a:pPr eaLnBrk="1" hangingPunct="1">
              <a:spcBef>
                <a:spcPct val="0"/>
              </a:spcBef>
            </a:pPr>
            <a:endParaRPr lang="en-US" altLang="en-US" b="0" dirty="0" smtClean="0">
              <a:solidFill>
                <a:srgbClr val="FF0000"/>
              </a:solidFill>
              <a:latin typeface="Arial" pitchFamily="34" charset="0"/>
              <a:ea typeface="Geneva"/>
              <a:cs typeface="Geneva"/>
            </a:endParaRPr>
          </a:p>
          <a:p>
            <a:pPr eaLnBrk="1" hangingPunct="1">
              <a:spcBef>
                <a:spcPct val="0"/>
              </a:spcBef>
            </a:pPr>
            <a:r>
              <a:rPr lang="en-US" altLang="en-US" b="0" dirty="0" smtClean="0">
                <a:solidFill>
                  <a:srgbClr val="FF0000"/>
                </a:solidFill>
                <a:latin typeface="Arial" pitchFamily="34" charset="0"/>
                <a:ea typeface="Geneva"/>
                <a:cs typeface="Geneva"/>
              </a:rPr>
              <a:t>Edward:</a:t>
            </a:r>
          </a:p>
          <a:p>
            <a:pPr eaLnBrk="1" hangingPunct="1">
              <a:spcBef>
                <a:spcPct val="0"/>
              </a:spcBef>
            </a:pPr>
            <a:r>
              <a:rPr lang="en-US" altLang="en-US" b="0" dirty="0" smtClean="0">
                <a:solidFill>
                  <a:srgbClr val="FF0000"/>
                </a:solidFill>
                <a:latin typeface="Arial" pitchFamily="34" charset="0"/>
                <a:ea typeface="Geneva"/>
                <a:cs typeface="Geneva"/>
              </a:rPr>
              <a:t>10 years with CalPERS</a:t>
            </a:r>
          </a:p>
          <a:p>
            <a:pPr eaLnBrk="1" hangingPunct="1">
              <a:spcBef>
                <a:spcPct val="0"/>
              </a:spcBef>
            </a:pPr>
            <a:endParaRPr lang="en-US" altLang="en-US" b="1" dirty="0" smtClean="0">
              <a:solidFill>
                <a:srgbClr val="FF0000"/>
              </a:solidFill>
              <a:latin typeface="Arial" pitchFamily="34" charset="0"/>
              <a:ea typeface="Geneva"/>
              <a:cs typeface="Geneva"/>
            </a:endParaRPr>
          </a:p>
          <a:p>
            <a:pPr eaLnBrk="1" hangingPunct="1">
              <a:spcBef>
                <a:spcPct val="0"/>
              </a:spcBef>
            </a:pPr>
            <a:r>
              <a:rPr lang="en-US" altLang="en-US" b="0" dirty="0" smtClean="0">
                <a:solidFill>
                  <a:srgbClr val="FF0000"/>
                </a:solidFill>
                <a:latin typeface="Arial" pitchFamily="34" charset="0"/>
                <a:ea typeface="Geneva"/>
                <a:cs typeface="Geneva"/>
              </a:rPr>
              <a:t>Chris:</a:t>
            </a:r>
          </a:p>
          <a:p>
            <a:pPr eaLnBrk="1" hangingPunct="1">
              <a:spcBef>
                <a:spcPct val="0"/>
              </a:spcBef>
            </a:pPr>
            <a:r>
              <a:rPr lang="en-US" altLang="en-US" b="0" dirty="0" smtClean="0">
                <a:solidFill>
                  <a:srgbClr val="FF0000"/>
                </a:solidFill>
                <a:latin typeface="Arial" pitchFamily="34" charset="0"/>
                <a:ea typeface="Geneva"/>
                <a:cs typeface="Geneva"/>
              </a:rPr>
              <a:t>11 years with CalPERS</a:t>
            </a:r>
          </a:p>
          <a:p>
            <a:pPr eaLnBrk="1" hangingPunct="1">
              <a:spcBef>
                <a:spcPct val="0"/>
              </a:spcBef>
            </a:pPr>
            <a:endParaRPr lang="en-US" altLang="en-US" dirty="0" smtClean="0">
              <a:latin typeface="Arial" pitchFamily="34" charset="0"/>
              <a:ea typeface="Geneva"/>
              <a:cs typeface="Geneva"/>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ln/>
        </p:spPr>
      </p:sp>
      <p:sp>
        <p:nvSpPr>
          <p:cNvPr id="368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altLang="en-US" b="1" dirty="0" smtClean="0">
                <a:solidFill>
                  <a:srgbClr val="000000"/>
                </a:solidFill>
                <a:latin typeface="Arial" pitchFamily="34" charset="0"/>
                <a:ea typeface="Geneva"/>
                <a:cs typeface="Geneva"/>
              </a:rPr>
              <a:t>INTRO: overview</a:t>
            </a:r>
          </a:p>
          <a:p>
            <a:pPr eaLnBrk="1" hangingPunct="1">
              <a:spcBef>
                <a:spcPct val="0"/>
              </a:spcBef>
            </a:pPr>
            <a:endParaRPr lang="en-US" altLang="en-US" dirty="0" smtClean="0">
              <a:solidFill>
                <a:srgbClr val="000000"/>
              </a:solidFill>
              <a:latin typeface="Arial" pitchFamily="34" charset="0"/>
              <a:ea typeface="Geneva"/>
              <a:cs typeface="Geneva"/>
            </a:endParaRPr>
          </a:p>
          <a:p>
            <a:pPr eaLnBrk="1" hangingPunct="1">
              <a:spcBef>
                <a:spcPct val="0"/>
              </a:spcBef>
              <a:buFontTx/>
              <a:buChar char="•"/>
            </a:pPr>
            <a:r>
              <a:rPr lang="en-US" altLang="en-US" dirty="0" smtClean="0">
                <a:solidFill>
                  <a:srgbClr val="000000"/>
                </a:solidFill>
                <a:latin typeface="Arial" pitchFamily="34" charset="0"/>
                <a:ea typeface="Geneva"/>
                <a:cs typeface="Geneva"/>
              </a:rPr>
              <a:t>Today we’ll talk about some of the </a:t>
            </a:r>
            <a:r>
              <a:rPr lang="en-US" altLang="en-US" b="1" dirty="0" smtClean="0">
                <a:solidFill>
                  <a:srgbClr val="000000"/>
                </a:solidFill>
                <a:latin typeface="Arial" pitchFamily="34" charset="0"/>
                <a:ea typeface="Geneva"/>
                <a:cs typeface="Geneva"/>
              </a:rPr>
              <a:t>purpose of a review </a:t>
            </a:r>
            <a:r>
              <a:rPr lang="en-US" altLang="en-US" dirty="0" smtClean="0">
                <a:solidFill>
                  <a:srgbClr val="000000"/>
                </a:solidFill>
                <a:latin typeface="Arial" pitchFamily="34" charset="0"/>
                <a:ea typeface="Geneva"/>
                <a:cs typeface="Geneva"/>
              </a:rPr>
              <a:t>and </a:t>
            </a:r>
          </a:p>
          <a:p>
            <a:pPr eaLnBrk="1" hangingPunct="1">
              <a:spcBef>
                <a:spcPct val="0"/>
              </a:spcBef>
            </a:pPr>
            <a:endParaRPr lang="en-US" altLang="en-US" dirty="0" smtClean="0">
              <a:solidFill>
                <a:srgbClr val="000000"/>
              </a:solidFill>
              <a:latin typeface="Arial" pitchFamily="34" charset="0"/>
              <a:ea typeface="Geneva"/>
              <a:cs typeface="Geneva"/>
            </a:endParaRPr>
          </a:p>
          <a:p>
            <a:pPr eaLnBrk="1" hangingPunct="1">
              <a:spcBef>
                <a:spcPct val="0"/>
              </a:spcBef>
              <a:buFontTx/>
              <a:buChar char="•"/>
            </a:pPr>
            <a:r>
              <a:rPr lang="en-US" altLang="en-US" dirty="0" smtClean="0">
                <a:solidFill>
                  <a:srgbClr val="000000"/>
                </a:solidFill>
                <a:latin typeface="Arial" pitchFamily="34" charset="0"/>
                <a:ea typeface="Geneva"/>
                <a:cs typeface="Geneva"/>
              </a:rPr>
              <a:t>We will  discuss the </a:t>
            </a:r>
            <a:r>
              <a:rPr lang="en-US" altLang="en-US" b="1" dirty="0" smtClean="0">
                <a:solidFill>
                  <a:srgbClr val="000000"/>
                </a:solidFill>
                <a:latin typeface="Arial" pitchFamily="34" charset="0"/>
                <a:ea typeface="Geneva"/>
                <a:cs typeface="Geneva"/>
              </a:rPr>
              <a:t>review process</a:t>
            </a:r>
            <a:r>
              <a:rPr lang="en-US" altLang="en-US" dirty="0" smtClean="0">
                <a:solidFill>
                  <a:srgbClr val="000000"/>
                </a:solidFill>
                <a:latin typeface="Arial" pitchFamily="34" charset="0"/>
                <a:ea typeface="Geneva"/>
                <a:cs typeface="Geneva"/>
              </a:rPr>
              <a:t>, which will include information on our </a:t>
            </a:r>
          </a:p>
          <a:p>
            <a:pPr eaLnBrk="1" hangingPunct="1">
              <a:spcBef>
                <a:spcPct val="0"/>
              </a:spcBef>
            </a:pPr>
            <a:endParaRPr lang="en-US" altLang="en-US" dirty="0" smtClean="0">
              <a:solidFill>
                <a:srgbClr val="000000"/>
              </a:solidFill>
              <a:latin typeface="Arial" pitchFamily="34" charset="0"/>
              <a:ea typeface="Geneva"/>
              <a:cs typeface="Geneva"/>
            </a:endParaRPr>
          </a:p>
          <a:p>
            <a:pPr eaLnBrk="1" hangingPunct="1">
              <a:spcBef>
                <a:spcPct val="0"/>
              </a:spcBef>
              <a:buFontTx/>
              <a:buChar char="•"/>
            </a:pPr>
            <a:r>
              <a:rPr lang="en-US" altLang="en-US" dirty="0" smtClean="0">
                <a:solidFill>
                  <a:srgbClr val="000000"/>
                </a:solidFill>
                <a:latin typeface="Arial" pitchFamily="34" charset="0"/>
                <a:ea typeface="Geneva"/>
                <a:cs typeface="Geneva"/>
              </a:rPr>
              <a:t>We will also discuss </a:t>
            </a:r>
            <a:r>
              <a:rPr lang="en-US" altLang="en-US" b="1" dirty="0" smtClean="0">
                <a:solidFill>
                  <a:srgbClr val="000000"/>
                </a:solidFill>
                <a:latin typeface="Arial" pitchFamily="34" charset="0"/>
                <a:ea typeface="Geneva"/>
                <a:cs typeface="Geneva"/>
              </a:rPr>
              <a:t>common audit findings</a:t>
            </a:r>
            <a:r>
              <a:rPr lang="en-US" altLang="en-US" dirty="0" smtClean="0">
                <a:solidFill>
                  <a:srgbClr val="000000"/>
                </a:solidFill>
                <a:latin typeface="Arial" pitchFamily="34" charset="0"/>
                <a:ea typeface="Geneva"/>
                <a:cs typeface="Geneva"/>
              </a:rPr>
              <a:t>, </a:t>
            </a:r>
          </a:p>
          <a:p>
            <a:pPr marL="628650" lvl="1" indent="-171450" eaLnBrk="1" hangingPunct="1">
              <a:spcBef>
                <a:spcPct val="0"/>
              </a:spcBef>
              <a:buFontTx/>
              <a:buChar char="•"/>
            </a:pPr>
            <a:r>
              <a:rPr lang="en-US" altLang="en-US" dirty="0" smtClean="0">
                <a:solidFill>
                  <a:srgbClr val="000000"/>
                </a:solidFill>
                <a:latin typeface="Arial" pitchFamily="34" charset="0"/>
                <a:ea typeface="Geneva"/>
                <a:cs typeface="Geneva"/>
              </a:rPr>
              <a:t>what their impact is to the Agency, your employees and CalPERS. </a:t>
            </a:r>
          </a:p>
          <a:p>
            <a:pPr marL="628650" lvl="1" indent="-171450" eaLnBrk="1" hangingPunct="1">
              <a:spcBef>
                <a:spcPct val="0"/>
              </a:spcBef>
              <a:buFontTx/>
              <a:buChar char="•"/>
            </a:pPr>
            <a:r>
              <a:rPr lang="en-US" altLang="en-US" dirty="0" smtClean="0">
                <a:solidFill>
                  <a:srgbClr val="000000"/>
                </a:solidFill>
                <a:latin typeface="Arial" pitchFamily="34" charset="0"/>
                <a:ea typeface="Geneva"/>
                <a:cs typeface="Geneva"/>
              </a:rPr>
              <a:t>We'll include information on how to avoid these findings by understanding and applying the </a:t>
            </a:r>
            <a:r>
              <a:rPr lang="en-US" altLang="en-US" b="1" dirty="0" smtClean="0">
                <a:solidFill>
                  <a:srgbClr val="000000"/>
                </a:solidFill>
                <a:latin typeface="Arial" pitchFamily="34" charset="0"/>
                <a:ea typeface="Geneva"/>
                <a:cs typeface="Geneva"/>
              </a:rPr>
              <a:t>business rules</a:t>
            </a:r>
            <a:r>
              <a:rPr lang="en-US" altLang="en-US" dirty="0" smtClean="0">
                <a:solidFill>
                  <a:srgbClr val="000000"/>
                </a:solidFill>
                <a:latin typeface="Arial" pitchFamily="34" charset="0"/>
                <a:ea typeface="Geneva"/>
                <a:cs typeface="Geneva"/>
              </a:rPr>
              <a:t> in the Public Employees Retirement Law.  </a:t>
            </a:r>
          </a:p>
          <a:p>
            <a:endParaRPr lang="en-US" altLang="en-US" dirty="0" smtClean="0">
              <a:latin typeface="Arial" pitchFamily="34" charset="0"/>
              <a:ea typeface="ＭＳ Ｐゴシック" pitchFamily="34" charset="-128"/>
            </a:endParaRPr>
          </a:p>
        </p:txBody>
      </p:sp>
      <p:sp>
        <p:nvSpPr>
          <p:cNvPr id="3686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EAE47BE4-8A9E-4ADA-8FE7-F7BEF1F829AC}" type="slidenum">
              <a:rPr lang="en-US" altLang="en-US" sz="1200" smtClean="0"/>
              <a:pPr/>
              <a:t>2</a:t>
            </a:fld>
            <a:endParaRPr lang="en-US" altLang="en-US" sz="1200"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latin typeface="Arial" pitchFamily="34" charset="0"/>
                <a:ea typeface="ＭＳ Ｐゴシック" pitchFamily="34" charset="-128"/>
              </a:rPr>
              <a:t>Before we get started , We want to remind you of a couple of things…….</a:t>
            </a:r>
          </a:p>
          <a:p>
            <a:endParaRPr lang="en-US" altLang="en-US" dirty="0" smtClean="0">
              <a:latin typeface="Arial" pitchFamily="34" charset="0"/>
              <a:ea typeface="ＭＳ Ｐゴシック" pitchFamily="34" charset="-128"/>
            </a:endParaRPr>
          </a:p>
          <a:p>
            <a:r>
              <a:rPr lang="en-US" altLang="en-US" dirty="0" smtClean="0">
                <a:latin typeface="Arial" pitchFamily="34" charset="0"/>
                <a:ea typeface="ＭＳ Ｐゴシック" pitchFamily="34" charset="-128"/>
              </a:rPr>
              <a:t>For clarification, the term audit and review mean the same thing and maybe used interchangeable during the presentation. </a:t>
            </a:r>
          </a:p>
          <a:p>
            <a:endParaRPr lang="en-US" altLang="en-US" dirty="0" smtClean="0">
              <a:latin typeface="Arial" pitchFamily="34" charset="0"/>
              <a:ea typeface="ＭＳ Ｐゴシック" pitchFamily="34" charset="-128"/>
            </a:endParaRPr>
          </a:p>
          <a:p>
            <a:r>
              <a:rPr lang="en-US" altLang="en-US" dirty="0" smtClean="0">
                <a:latin typeface="Arial" pitchFamily="34" charset="0"/>
                <a:ea typeface="ＭＳ Ｐゴシック" pitchFamily="34" charset="-128"/>
              </a:rPr>
              <a:t>Also, at the end of this presentation there will be question and answer session, so we ask that you hold your questions until that time. </a:t>
            </a:r>
          </a:p>
          <a:p>
            <a:endParaRPr lang="en-US" altLang="en-US" dirty="0" smtClean="0">
              <a:latin typeface="Arial" pitchFamily="34" charset="0"/>
              <a:ea typeface="ＭＳ Ｐゴシック" pitchFamily="34" charset="-128"/>
            </a:endParaRPr>
          </a:p>
          <a:p>
            <a:endParaRPr lang="en-US" altLang="en-US" dirty="0" smtClean="0">
              <a:latin typeface="Arial" pitchFamily="34" charset="0"/>
              <a:ea typeface="ＭＳ Ｐゴシック" pitchFamily="34" charset="-128"/>
            </a:endParaRPr>
          </a:p>
          <a:p>
            <a:endParaRPr lang="en-US" altLang="en-US" dirty="0" smtClean="0">
              <a:latin typeface="Arial" pitchFamily="34" charset="0"/>
              <a:ea typeface="ＭＳ Ｐゴシック" pitchFamily="34" charset="-128"/>
            </a:endParaRPr>
          </a:p>
        </p:txBody>
      </p:sp>
      <p:sp>
        <p:nvSpPr>
          <p:cNvPr id="3789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F3F34A9D-6523-461C-8DC6-B5D8A40D7C46}" type="slidenum">
              <a:rPr lang="en-US" altLang="en-US" sz="1200" smtClean="0"/>
              <a:pPr/>
              <a:t>3</a:t>
            </a:fld>
            <a:endParaRPr lang="en-US" altLang="en-US" sz="1200"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lstStyle/>
          <a:p>
            <a:pPr eaLnBrk="1" hangingPunct="1">
              <a:spcBef>
                <a:spcPct val="0"/>
              </a:spcBef>
              <a:defRPr/>
            </a:pPr>
            <a:r>
              <a:rPr lang="en-US" altLang="en-US" dirty="0" smtClean="0">
                <a:latin typeface="Arial" panose="020B0604020202020204" pitchFamily="34" charset="0"/>
                <a:cs typeface="Arial" panose="020B0604020202020204" pitchFamily="34" charset="0"/>
              </a:rPr>
              <a:t>We often get questions related to CalPERS right to audit so we wanted to provided some information in this area.</a:t>
            </a:r>
          </a:p>
          <a:p>
            <a:pPr eaLnBrk="1" hangingPunct="1">
              <a:spcBef>
                <a:spcPct val="0"/>
              </a:spcBef>
              <a:defRPr/>
            </a:pPr>
            <a:endParaRPr lang="en-US" altLang="en-US" dirty="0" smtClean="0">
              <a:latin typeface="Arial" panose="020B0604020202020204" pitchFamily="34" charset="0"/>
              <a:cs typeface="Arial" panose="020B0604020202020204" pitchFamily="34" charset="0"/>
            </a:endParaRPr>
          </a:p>
          <a:p>
            <a:pPr eaLnBrk="1" hangingPunct="1">
              <a:spcBef>
                <a:spcPct val="0"/>
              </a:spcBef>
              <a:defRPr/>
            </a:pPr>
            <a:r>
              <a:rPr lang="en-US" altLang="en-US" dirty="0" smtClean="0">
                <a:latin typeface="Arial" panose="020B0604020202020204" pitchFamily="34" charset="0"/>
                <a:cs typeface="Arial" panose="020B0604020202020204" pitchFamily="34" charset="0"/>
              </a:rPr>
              <a:t>When a public agency enters into contract with CalPERS for retirement benefits, the agency agrees to….</a:t>
            </a:r>
          </a:p>
          <a:p>
            <a:pPr eaLnBrk="1" hangingPunct="1">
              <a:spcBef>
                <a:spcPct val="0"/>
              </a:spcBef>
              <a:defRPr/>
            </a:pPr>
            <a:r>
              <a:rPr lang="en-US" altLang="en-US" dirty="0" smtClean="0">
                <a:latin typeface="Arial" panose="020B0604020202020204" pitchFamily="34" charset="0"/>
                <a:cs typeface="Arial" panose="020B0604020202020204" pitchFamily="34" charset="0"/>
              </a:rPr>
              <a:t> </a:t>
            </a:r>
          </a:p>
          <a:p>
            <a:pPr marL="287379" indent="-287379" eaLnBrk="1" hangingPunct="1">
              <a:spcBef>
                <a:spcPct val="0"/>
              </a:spcBef>
              <a:buFont typeface="Arial" panose="020B0604020202020204" pitchFamily="34" charset="0"/>
              <a:buChar char="•"/>
              <a:defRPr/>
            </a:pPr>
            <a:r>
              <a:rPr lang="en-US" altLang="en-US" dirty="0" smtClean="0">
                <a:latin typeface="Arial" panose="020B0604020202020204" pitchFamily="34" charset="0"/>
                <a:cs typeface="Arial" panose="020B0604020202020204" pitchFamily="34" charset="0"/>
              </a:rPr>
              <a:t>comply with all of the government codes and regulations contained in the Public Employees’ Retirement law. </a:t>
            </a:r>
          </a:p>
          <a:p>
            <a:pPr marL="287379" indent="-287379" eaLnBrk="1" hangingPunct="1">
              <a:spcBef>
                <a:spcPct val="0"/>
              </a:spcBef>
              <a:buFont typeface="Arial" panose="020B0604020202020204" pitchFamily="34" charset="0"/>
              <a:buChar char="•"/>
              <a:defRPr/>
            </a:pPr>
            <a:r>
              <a:rPr lang="en-US" altLang="en-US" dirty="0" smtClean="0">
                <a:latin typeface="Arial" panose="020B0604020202020204" pitchFamily="34" charset="0"/>
                <a:cs typeface="Arial" panose="020B0604020202020204" pitchFamily="34" charset="0"/>
              </a:rPr>
              <a:t>These laws are in place to help you administer the retirement benefits.</a:t>
            </a:r>
          </a:p>
          <a:p>
            <a:pPr marL="0" indent="0" eaLnBrk="1" hangingPunct="1">
              <a:spcBef>
                <a:spcPct val="0"/>
              </a:spcBef>
              <a:buFont typeface="Arial" panose="020B0604020202020204" pitchFamily="34" charset="0"/>
              <a:buNone/>
              <a:defRPr/>
            </a:pPr>
            <a:endParaRPr lang="en-US" altLang="en-US" dirty="0" smtClean="0">
              <a:latin typeface="Arial" panose="020B0604020202020204" pitchFamily="34" charset="0"/>
              <a:cs typeface="Arial" panose="020B0604020202020204" pitchFamily="34" charset="0"/>
            </a:endParaRPr>
          </a:p>
          <a:p>
            <a:pPr marL="0" indent="0" eaLnBrk="1" hangingPunct="1">
              <a:spcBef>
                <a:spcPct val="0"/>
              </a:spcBef>
              <a:buFont typeface="Arial" panose="020B0604020202020204" pitchFamily="34" charset="0"/>
              <a:buNone/>
              <a:defRPr/>
            </a:pPr>
            <a:r>
              <a:rPr lang="en-US" altLang="en-US" dirty="0" smtClean="0">
                <a:latin typeface="Arial" panose="020B0604020202020204" pitchFamily="34" charset="0"/>
                <a:cs typeface="Arial" panose="020B0604020202020204" pitchFamily="34" charset="0"/>
              </a:rPr>
              <a:t>Compliance reviews are performed to provide assurance and to protect </a:t>
            </a:r>
          </a:p>
          <a:p>
            <a:pPr marL="1201779" lvl="2" indent="-287379" eaLnBrk="1" hangingPunct="1">
              <a:spcBef>
                <a:spcPct val="0"/>
              </a:spcBef>
              <a:buFont typeface="Arial" panose="020B0604020202020204" pitchFamily="34" charset="0"/>
              <a:buChar char="•"/>
              <a:defRPr/>
            </a:pPr>
            <a:r>
              <a:rPr lang="en-US" altLang="en-US" dirty="0" smtClean="0">
                <a:latin typeface="Arial" panose="020B0604020202020204" pitchFamily="34" charset="0"/>
                <a:cs typeface="Arial" panose="020B0604020202020204" pitchFamily="34" charset="0"/>
              </a:rPr>
              <a:t>the Agency, </a:t>
            </a:r>
          </a:p>
          <a:p>
            <a:pPr marL="1201779" lvl="2" indent="-287379" eaLnBrk="1" hangingPunct="1">
              <a:spcBef>
                <a:spcPct val="0"/>
              </a:spcBef>
              <a:buFont typeface="Arial" panose="020B0604020202020204" pitchFamily="34" charset="0"/>
              <a:buChar char="•"/>
              <a:defRPr/>
            </a:pPr>
            <a:r>
              <a:rPr lang="en-US" altLang="en-US" dirty="0" smtClean="0">
                <a:latin typeface="Arial" panose="020B0604020202020204" pitchFamily="34" charset="0"/>
                <a:cs typeface="Arial" panose="020B0604020202020204" pitchFamily="34" charset="0"/>
              </a:rPr>
              <a:t>its members and </a:t>
            </a:r>
          </a:p>
          <a:p>
            <a:pPr marL="1201779" lvl="2" indent="-287379" eaLnBrk="1" hangingPunct="1">
              <a:spcBef>
                <a:spcPct val="0"/>
              </a:spcBef>
              <a:buFont typeface="Arial" panose="020B0604020202020204" pitchFamily="34" charset="0"/>
              <a:buChar char="•"/>
              <a:defRPr/>
            </a:pPr>
            <a:r>
              <a:rPr lang="en-US" altLang="en-US" dirty="0" smtClean="0">
                <a:latin typeface="Arial" panose="020B0604020202020204" pitchFamily="34" charset="0"/>
                <a:cs typeface="Arial" panose="020B0604020202020204" pitchFamily="34" charset="0"/>
              </a:rPr>
              <a:t>CalPERS from the risk of improperly administering retirement benefits</a:t>
            </a:r>
          </a:p>
          <a:p>
            <a:pPr eaLnBrk="1" hangingPunct="1">
              <a:spcBef>
                <a:spcPct val="0"/>
              </a:spcBef>
              <a:defRPr/>
            </a:pPr>
            <a:endParaRPr lang="en-US" altLang="en-US" dirty="0" smtClean="0">
              <a:latin typeface="Arial" panose="020B0604020202020204" pitchFamily="34" charset="0"/>
              <a:cs typeface="Arial" panose="020B0604020202020204" pitchFamily="34" charset="0"/>
            </a:endParaRPr>
          </a:p>
          <a:p>
            <a:pPr marL="171450" indent="-171450" eaLnBrk="1" hangingPunct="1">
              <a:spcBef>
                <a:spcPct val="0"/>
              </a:spcBef>
              <a:buFont typeface="Arial" panose="020B0604020202020204" pitchFamily="34" charset="0"/>
              <a:buChar char="•"/>
              <a:defRPr/>
            </a:pPr>
            <a:r>
              <a:rPr lang="en-US" altLang="en-US" b="1" dirty="0" smtClean="0">
                <a:latin typeface="Arial" panose="020B0604020202020204" pitchFamily="34" charset="0"/>
                <a:cs typeface="Arial" panose="020B0604020202020204" pitchFamily="34" charset="0"/>
              </a:rPr>
              <a:t> Gov. Code Section 20222.5 – Audits- Employer Information</a:t>
            </a:r>
          </a:p>
          <a:p>
            <a:pPr marL="628650" lvl="1" indent="-171450" eaLnBrk="1" hangingPunct="1">
              <a:spcBef>
                <a:spcPct val="0"/>
              </a:spcBef>
              <a:buFont typeface="Arial" panose="020B0604020202020204" pitchFamily="34" charset="0"/>
              <a:buChar char="•"/>
              <a:defRPr/>
            </a:pPr>
            <a:r>
              <a:rPr lang="en-US" altLang="en-US" dirty="0" smtClean="0">
                <a:latin typeface="Arial" panose="020B0604020202020204" pitchFamily="34" charset="0"/>
                <a:cs typeface="Arial" panose="020B0604020202020204" pitchFamily="34" charset="0"/>
              </a:rPr>
              <a:t>Authority to audit the records of contracting agencies</a:t>
            </a:r>
          </a:p>
          <a:p>
            <a:pPr marL="628650" lvl="1" indent="-171450" eaLnBrk="1" hangingPunct="1">
              <a:spcBef>
                <a:spcPct val="0"/>
              </a:spcBef>
              <a:buFont typeface="Arial" panose="020B0604020202020204" pitchFamily="34" charset="0"/>
              <a:buChar char="•"/>
              <a:defRPr/>
            </a:pPr>
            <a:r>
              <a:rPr lang="en-US" altLang="en-US" dirty="0" smtClean="0">
                <a:latin typeface="Arial" panose="020B0604020202020204" pitchFamily="34" charset="0"/>
                <a:cs typeface="Arial" panose="020B0604020202020204" pitchFamily="34" charset="0"/>
              </a:rPr>
              <a:t>Also states that all information obtained from an employer will remain confidential </a:t>
            </a:r>
          </a:p>
          <a:p>
            <a:pPr eaLnBrk="1" hangingPunct="1">
              <a:spcBef>
                <a:spcPct val="0"/>
              </a:spcBef>
              <a:defRPr/>
            </a:pPr>
            <a:endParaRPr lang="en-US" altLang="en-US" dirty="0" smtClean="0">
              <a:latin typeface="Arial" panose="020B0604020202020204" pitchFamily="34" charset="0"/>
              <a:cs typeface="Arial" panose="020B0604020202020204" pitchFamily="34" charset="0"/>
            </a:endParaRPr>
          </a:p>
          <a:p>
            <a:pPr eaLnBrk="1" hangingPunct="1">
              <a:spcBef>
                <a:spcPct val="0"/>
              </a:spcBef>
              <a:defRPr/>
            </a:pPr>
            <a:r>
              <a:rPr lang="en-US" altLang="en-US" b="1" dirty="0" smtClean="0">
                <a:latin typeface="Arial" panose="020B0604020202020204" pitchFamily="34" charset="0"/>
                <a:cs typeface="Arial" panose="020B0604020202020204" pitchFamily="34" charset="0"/>
              </a:rPr>
              <a:t> Government Code Section 20230 –</a:t>
            </a:r>
            <a:r>
              <a:rPr lang="en-US" altLang="en-US" dirty="0" smtClean="0">
                <a:latin typeface="Arial" panose="020B0604020202020204" pitchFamily="34" charset="0"/>
                <a:cs typeface="Arial" panose="020B0604020202020204" pitchFamily="34" charset="0"/>
              </a:rPr>
              <a:t>is dedicated to </a:t>
            </a:r>
            <a:r>
              <a:rPr lang="en-US" altLang="en-US" b="1" dirty="0" smtClean="0">
                <a:latin typeface="Arial" panose="020B0604020202020204" pitchFamily="34" charset="0"/>
                <a:cs typeface="Arial" panose="020B0604020202020204" pitchFamily="34" charset="0"/>
              </a:rPr>
              <a:t>confidentiality of Information</a:t>
            </a:r>
            <a:r>
              <a:rPr lang="en-US" altLang="en-US" dirty="0" smtClean="0">
                <a:latin typeface="Arial" panose="020B0604020202020204" pitchFamily="34" charset="0"/>
                <a:cs typeface="Arial" panose="020B0604020202020204" pitchFamily="34" charset="0"/>
              </a:rPr>
              <a:t>, and</a:t>
            </a:r>
          </a:p>
          <a:p>
            <a:pPr eaLnBrk="1" hangingPunct="1">
              <a:spcBef>
                <a:spcPct val="0"/>
              </a:spcBef>
              <a:defRPr/>
            </a:pPr>
            <a:endParaRPr lang="en-US" altLang="en-US" dirty="0" smtClean="0">
              <a:latin typeface="Arial" panose="020B0604020202020204" pitchFamily="34" charset="0"/>
              <a:cs typeface="Arial" panose="020B0604020202020204" pitchFamily="34" charset="0"/>
            </a:endParaRPr>
          </a:p>
          <a:p>
            <a:pPr marL="285750" indent="-285750" eaLnBrk="1" hangingPunct="1">
              <a:spcBef>
                <a:spcPct val="0"/>
              </a:spcBef>
              <a:buFont typeface="Arial" panose="020B0604020202020204" pitchFamily="34" charset="0"/>
              <a:buChar char="•"/>
              <a:defRPr/>
            </a:pPr>
            <a:r>
              <a:rPr lang="en-US" altLang="en-US" dirty="0" smtClean="0">
                <a:latin typeface="Arial" panose="020B0604020202020204" pitchFamily="34" charset="0"/>
                <a:cs typeface="Arial" panose="020B0604020202020204" pitchFamily="34" charset="0"/>
              </a:rPr>
              <a:t> Discusses confidentiality in detail, as well as,</a:t>
            </a:r>
          </a:p>
          <a:p>
            <a:pPr marL="285750" indent="-285750" eaLnBrk="1" hangingPunct="1">
              <a:spcBef>
                <a:spcPct val="0"/>
              </a:spcBef>
              <a:buFont typeface="Arial" panose="020B0604020202020204" pitchFamily="34" charset="0"/>
              <a:buChar char="•"/>
              <a:defRPr/>
            </a:pPr>
            <a:r>
              <a:rPr lang="en-US" altLang="en-US" dirty="0" smtClean="0">
                <a:latin typeface="Arial" panose="020B0604020202020204" pitchFamily="34" charset="0"/>
                <a:cs typeface="Arial" panose="020B0604020202020204" pitchFamily="34" charset="0"/>
              </a:rPr>
              <a:t> Provide direction on how confidential information will be handled.</a:t>
            </a:r>
          </a:p>
          <a:p>
            <a:pPr marL="285750" indent="-285750" eaLnBrk="1" hangingPunct="1">
              <a:spcBef>
                <a:spcPct val="0"/>
              </a:spcBef>
              <a:buFont typeface="Arial" panose="020B0604020202020204" pitchFamily="34" charset="0"/>
              <a:buChar char="•"/>
              <a:defRPr/>
            </a:pPr>
            <a:r>
              <a:rPr lang="en-US" altLang="en-US" dirty="0" smtClean="0">
                <a:latin typeface="Arial" panose="020B0604020202020204" pitchFamily="34" charset="0"/>
                <a:cs typeface="Arial" panose="020B0604020202020204" pitchFamily="34" charset="0"/>
              </a:rPr>
              <a:t> Protecting your records and maintaining confidentiality is a top priority at CalPERS</a:t>
            </a:r>
          </a:p>
        </p:txBody>
      </p:sp>
      <p:sp>
        <p:nvSpPr>
          <p:cNvPr id="3891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7E0E4703-CC56-4E40-B71A-20A06D48FB2C}" type="slidenum">
              <a:rPr lang="en-US" altLang="en-US" sz="1200" smtClean="0"/>
              <a:pPr/>
              <a:t>4</a:t>
            </a:fld>
            <a:endParaRPr lang="en-US" altLang="en-US" sz="1200"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latin typeface="Arial" pitchFamily="34" charset="0"/>
                <a:ea typeface="ＭＳ Ｐゴシック" pitchFamily="34" charset="-128"/>
              </a:rPr>
              <a:t>I want to briefly point out some of the benefits a review and think you should take advantage of during a review….Discuss each bullet…one supporting statement for each</a:t>
            </a:r>
          </a:p>
          <a:p>
            <a:endParaRPr lang="en-US" altLang="en-US" dirty="0" smtClean="0">
              <a:latin typeface="Arial" pitchFamily="34" charset="0"/>
              <a:ea typeface="ＭＳ Ｐゴシック" pitchFamily="34" charset="-128"/>
            </a:endParaRPr>
          </a:p>
          <a:p>
            <a:r>
              <a:rPr lang="en-US" altLang="en-US" dirty="0" smtClean="0">
                <a:latin typeface="Arial" pitchFamily="34" charset="0"/>
                <a:ea typeface="ＭＳ Ｐゴシック" pitchFamily="34" charset="-128"/>
              </a:rPr>
              <a:t>PERL:  New, updated version every January. Available online via CalPERS website.</a:t>
            </a:r>
          </a:p>
          <a:p>
            <a:endParaRPr lang="en-US" altLang="en-US" dirty="0" smtClean="0">
              <a:latin typeface="Arial" pitchFamily="34" charset="0"/>
              <a:ea typeface="ＭＳ Ｐゴシック" pitchFamily="34" charset="-128"/>
            </a:endParaRPr>
          </a:p>
          <a:p>
            <a:r>
              <a:rPr lang="en-US" altLang="en-US" dirty="0" smtClean="0">
                <a:latin typeface="Arial" pitchFamily="34" charset="0"/>
                <a:ea typeface="ＭＳ Ｐゴシック" pitchFamily="34" charset="-128"/>
              </a:rPr>
              <a:t>Training: provide resources within CalPERS such as computer based training  ( more info coming up)</a:t>
            </a:r>
          </a:p>
          <a:p>
            <a:endParaRPr lang="en-US" altLang="en-US" dirty="0" smtClean="0">
              <a:latin typeface="Arial" pitchFamily="34" charset="0"/>
              <a:ea typeface="ＭＳ Ｐゴシック" pitchFamily="34" charset="-128"/>
            </a:endParaRPr>
          </a:p>
          <a:p>
            <a:r>
              <a:rPr lang="en-US" altLang="en-US" dirty="0" smtClean="0">
                <a:latin typeface="Arial" pitchFamily="34" charset="0"/>
                <a:ea typeface="ＭＳ Ｐゴシック" pitchFamily="34" charset="-128"/>
              </a:rPr>
              <a:t>Improve Process: fine tune or enhance processes/procedures</a:t>
            </a:r>
          </a:p>
          <a:p>
            <a:endParaRPr lang="en-US" altLang="en-US" dirty="0" smtClean="0">
              <a:latin typeface="Arial" pitchFamily="34" charset="0"/>
              <a:ea typeface="ＭＳ Ｐゴシック" pitchFamily="34" charset="-128"/>
            </a:endParaRPr>
          </a:p>
          <a:p>
            <a:r>
              <a:rPr lang="en-US" altLang="en-US" dirty="0" smtClean="0">
                <a:latin typeface="Arial" pitchFamily="34" charset="0"/>
                <a:ea typeface="ＭＳ Ｐゴシック" pitchFamily="34" charset="-128"/>
              </a:rPr>
              <a:t>Business rules updates: inform you of any recent updates or discuss them with you.  A few recent circular letter will be mentioned during the presentation and  we’ll have copies available at our booth. </a:t>
            </a:r>
          </a:p>
          <a:p>
            <a:endParaRPr lang="en-US" altLang="en-US" dirty="0" smtClean="0">
              <a:latin typeface="Arial" pitchFamily="34" charset="0"/>
              <a:ea typeface="ＭＳ Ｐゴシック" pitchFamily="34" charset="-128"/>
            </a:endParaRPr>
          </a:p>
          <a:p>
            <a:r>
              <a:rPr lang="en-US" altLang="en-US" dirty="0" smtClean="0">
                <a:latin typeface="Arial" pitchFamily="34" charset="0"/>
                <a:ea typeface="ＭＳ Ｐゴシック" pitchFamily="34" charset="-128"/>
              </a:rPr>
              <a:t>Assurance: on effectiveness of processes in place to meet objectives. </a:t>
            </a:r>
          </a:p>
          <a:p>
            <a:endParaRPr lang="en-US" altLang="en-US" dirty="0" smtClean="0">
              <a:latin typeface="Arial" pitchFamily="34" charset="0"/>
              <a:ea typeface="ＭＳ Ｐゴシック" pitchFamily="34" charset="-128"/>
            </a:endParaRPr>
          </a:p>
          <a:p>
            <a:endParaRPr lang="en-US" altLang="en-US" dirty="0" smtClean="0">
              <a:latin typeface="Arial" pitchFamily="34" charset="0"/>
              <a:ea typeface="ＭＳ Ｐゴシック" pitchFamily="34" charset="-128"/>
            </a:endParaRPr>
          </a:p>
        </p:txBody>
      </p:sp>
      <p:sp>
        <p:nvSpPr>
          <p:cNvPr id="399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36B61E2F-46C5-4577-9CF8-68818314F837}" type="slidenum">
              <a:rPr lang="en-US" altLang="en-US" sz="1200" smtClean="0"/>
              <a:pPr/>
              <a:t>5</a:t>
            </a:fld>
            <a:endParaRPr lang="en-US" altLang="en-US" sz="1200"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Here is where</a:t>
            </a:r>
            <a:r>
              <a:rPr lang="en-US" baseline="0" dirty="0" smtClean="0"/>
              <a:t> you can access this information.</a:t>
            </a:r>
            <a:endParaRPr lang="en-US" dirty="0"/>
          </a:p>
        </p:txBody>
      </p:sp>
      <p:sp>
        <p:nvSpPr>
          <p:cNvPr id="4" name="Slide Number Placeholder 3"/>
          <p:cNvSpPr>
            <a:spLocks noGrp="1"/>
          </p:cNvSpPr>
          <p:nvPr>
            <p:ph type="sldNum" sz="quarter" idx="10"/>
          </p:nvPr>
        </p:nvSpPr>
        <p:spPr/>
        <p:txBody>
          <a:bodyPr/>
          <a:lstStyle/>
          <a:p>
            <a:pPr>
              <a:defRPr/>
            </a:pPr>
            <a:fld id="{532EC69C-F8F3-4F92-8C54-C613B78AAE1A}" type="slidenum">
              <a:rPr lang="en-US" altLang="en-US" smtClean="0"/>
              <a:pPr>
                <a:defRPr/>
              </a:pPr>
              <a:t>6</a:t>
            </a:fld>
            <a:endParaRPr lang="en-US" altLang="en-US"/>
          </a:p>
        </p:txBody>
      </p:sp>
    </p:spTree>
    <p:extLst>
      <p:ext uri="{BB962C8B-B14F-4D97-AF65-F5344CB8AC3E}">
        <p14:creationId xmlns:p14="http://schemas.microsoft.com/office/powerpoint/2010/main" val="8862583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ln/>
        </p:spPr>
      </p:sp>
      <p:sp>
        <p:nvSpPr>
          <p:cNvPr id="40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latin typeface="Arial" pitchFamily="34" charset="0"/>
              <a:ea typeface="ＭＳ Ｐゴシック" pitchFamily="34" charset="-128"/>
            </a:endParaRPr>
          </a:p>
        </p:txBody>
      </p:sp>
      <p:sp>
        <p:nvSpPr>
          <p:cNvPr id="4096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9F840146-7393-444D-AF29-DBFBB2EACFCB}" type="slidenum">
              <a:rPr lang="en-US" altLang="en-US" sz="1200" smtClean="0"/>
              <a:pPr/>
              <a:t>7</a:t>
            </a:fld>
            <a:endParaRPr lang="en-US" altLang="en-US" sz="1200"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19163"/>
            <a:r>
              <a:rPr lang="en-US" altLang="en-US" dirty="0" smtClean="0">
                <a:solidFill>
                  <a:srgbClr val="000000"/>
                </a:solidFill>
                <a:latin typeface="Arial" pitchFamily="34" charset="0"/>
                <a:ea typeface="ＭＳ Ｐゴシック" pitchFamily="34" charset="-128"/>
              </a:rPr>
              <a:t>CalPERS performs reviews to provide assurance to both CalPERS and contracting agencies of</a:t>
            </a:r>
          </a:p>
          <a:p>
            <a:pPr defTabSz="919163"/>
            <a:endParaRPr lang="en-US" altLang="en-US" dirty="0" smtClean="0">
              <a:solidFill>
                <a:srgbClr val="000000"/>
              </a:solidFill>
              <a:latin typeface="Arial" pitchFamily="34" charset="0"/>
              <a:ea typeface="ＭＳ Ｐゴシック" pitchFamily="34" charset="-128"/>
            </a:endParaRPr>
          </a:p>
          <a:p>
            <a:pPr defTabSz="919163"/>
            <a:r>
              <a:rPr lang="en-US" altLang="en-US" dirty="0" smtClean="0">
                <a:solidFill>
                  <a:srgbClr val="000000"/>
                </a:solidFill>
                <a:latin typeface="Arial" pitchFamily="34" charset="0"/>
                <a:ea typeface="ＭＳ Ｐゴシック" pitchFamily="34" charset="-128"/>
              </a:rPr>
              <a:t> (1) compliance with the PERL, and  (Law)</a:t>
            </a:r>
          </a:p>
          <a:p>
            <a:pPr defTabSz="919163"/>
            <a:r>
              <a:rPr lang="en-US" altLang="en-US" dirty="0" smtClean="0">
                <a:solidFill>
                  <a:srgbClr val="000000"/>
                </a:solidFill>
                <a:latin typeface="Arial" pitchFamily="34" charset="0"/>
                <a:ea typeface="ＭＳ Ｐゴシック" pitchFamily="34" charset="-128"/>
              </a:rPr>
              <a:t> (2) the agencies retirement contract when administering CalPERS benefits. (Conditions/exclusions)</a:t>
            </a:r>
          </a:p>
          <a:p>
            <a:pPr defTabSz="919163"/>
            <a:endParaRPr lang="en-US" altLang="en-US" dirty="0" smtClean="0">
              <a:solidFill>
                <a:srgbClr val="000000"/>
              </a:solidFill>
              <a:latin typeface="Arial" pitchFamily="34" charset="0"/>
              <a:ea typeface="ＭＳ Ｐゴシック" pitchFamily="34" charset="-128"/>
            </a:endParaRPr>
          </a:p>
          <a:p>
            <a:pPr defTabSz="919163"/>
            <a:r>
              <a:rPr lang="en-US" altLang="en-US" dirty="0" smtClean="0">
                <a:solidFill>
                  <a:srgbClr val="000000"/>
                </a:solidFill>
                <a:latin typeface="Arial" pitchFamily="34" charset="0"/>
                <a:ea typeface="ＭＳ Ｐゴシック" pitchFamily="34" charset="-128"/>
              </a:rPr>
              <a:t>Performing reviews is part of CalPERS’ fiduciary responsibility to protect employers, its members and CalPERS from any harm that may result from non-compliance with the PERL which could jeopardize the accuracy and funding of retirement benefits.</a:t>
            </a:r>
          </a:p>
          <a:p>
            <a:pPr defTabSz="919163"/>
            <a:endParaRPr lang="en-US" altLang="en-US" dirty="0" smtClean="0">
              <a:solidFill>
                <a:srgbClr val="000000"/>
              </a:solidFill>
              <a:latin typeface="Arial" pitchFamily="34" charset="0"/>
              <a:ea typeface="ＭＳ Ｐゴシック" pitchFamily="34" charset="-128"/>
            </a:endParaRPr>
          </a:p>
          <a:p>
            <a:pPr defTabSz="919163"/>
            <a:r>
              <a:rPr lang="en-US" altLang="en-US" dirty="0" smtClean="0">
                <a:solidFill>
                  <a:srgbClr val="000000"/>
                </a:solidFill>
                <a:latin typeface="Arial" pitchFamily="34" charset="0"/>
                <a:ea typeface="ＭＳ Ｐゴシック" pitchFamily="34" charset="-128"/>
              </a:rPr>
              <a:t>Specifically, our reviews are performed to ensure several things, including, but not limited to:</a:t>
            </a:r>
          </a:p>
          <a:p>
            <a:pPr defTabSz="919163"/>
            <a:r>
              <a:rPr lang="en-US" altLang="en-US" dirty="0" smtClean="0">
                <a:solidFill>
                  <a:srgbClr val="000000"/>
                </a:solidFill>
                <a:latin typeface="Arial" pitchFamily="34" charset="0"/>
                <a:ea typeface="ＭＳ Ｐゴシック" pitchFamily="34" charset="-128"/>
              </a:rPr>
              <a:t>1. All member earnings and contributions are accurately reported</a:t>
            </a:r>
          </a:p>
          <a:p>
            <a:pPr defTabSz="919163"/>
            <a:r>
              <a:rPr lang="en-US" altLang="en-US" dirty="0" smtClean="0">
                <a:solidFill>
                  <a:srgbClr val="000000"/>
                </a:solidFill>
                <a:latin typeface="Arial" pitchFamily="34" charset="0"/>
                <a:ea typeface="ＭＳ Ｐゴシック" pitchFamily="34" charset="-128"/>
              </a:rPr>
              <a:t>2. All retiring member unused sick leave balances are accurately reported, and</a:t>
            </a:r>
          </a:p>
          <a:p>
            <a:pPr defTabSz="919163"/>
            <a:r>
              <a:rPr lang="en-US" altLang="en-US" dirty="0" smtClean="0">
                <a:solidFill>
                  <a:srgbClr val="000000"/>
                </a:solidFill>
                <a:latin typeface="Arial" pitchFamily="34" charset="0"/>
                <a:ea typeface="ＭＳ Ｐゴシック" pitchFamily="34" charset="-128"/>
              </a:rPr>
              <a:t>3. Eligible employees are accurately enrolled in the appropriate classification.</a:t>
            </a:r>
          </a:p>
          <a:p>
            <a:pPr defTabSz="919163"/>
            <a:endParaRPr lang="en-US" altLang="en-US" dirty="0" smtClean="0">
              <a:solidFill>
                <a:srgbClr val="000000"/>
              </a:solidFill>
              <a:latin typeface="Arial" pitchFamily="34" charset="0"/>
              <a:ea typeface="ＭＳ Ｐゴシック" pitchFamily="34" charset="-128"/>
            </a:endParaRPr>
          </a:p>
          <a:p>
            <a:pPr defTabSz="919163"/>
            <a:r>
              <a:rPr lang="en-US" altLang="en-US" dirty="0" smtClean="0">
                <a:solidFill>
                  <a:srgbClr val="000000"/>
                </a:solidFill>
                <a:latin typeface="Arial" pitchFamily="34" charset="0"/>
                <a:ea typeface="ＭＳ Ｐゴシック" pitchFamily="34" charset="-128"/>
              </a:rPr>
              <a:t>The  results of  our reviews are provided in an audit report that will outline opportunities to improve compliance with the PERL and/or an agency’s retirement contracts. </a:t>
            </a:r>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B7C4E043-5818-4276-A4FD-DE58E51CD413}" type="slidenum">
              <a:rPr lang="en-US" altLang="en-US" sz="1200" smtClean="0"/>
              <a:pPr/>
              <a:t>8</a:t>
            </a:fld>
            <a:endParaRPr lang="en-US" altLang="en-US" sz="1200"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lstStyle/>
          <a:p>
            <a:pPr defTabSz="919598">
              <a:defRPr/>
            </a:pPr>
            <a:r>
              <a:rPr lang="en-US" b="1" dirty="0" smtClean="0">
                <a:solidFill>
                  <a:prstClr val="black"/>
                </a:solidFill>
              </a:rPr>
              <a:t>Process</a:t>
            </a:r>
          </a:p>
        </p:txBody>
      </p:sp>
      <p:sp>
        <p:nvSpPr>
          <p:cNvPr id="4301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116AA5AC-BEF0-4E35-9202-584EA92A8E6A}" type="slidenum">
              <a:rPr lang="en-US" altLang="en-US" sz="1200" smtClean="0"/>
              <a:pPr/>
              <a:t>9</a:t>
            </a:fld>
            <a:endParaRPr lang="en-US" altLang="en-US" sz="1200"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19163"/>
            <a:r>
              <a:rPr lang="en-US" altLang="en-US" smtClean="0">
                <a:solidFill>
                  <a:srgbClr val="000000"/>
                </a:solidFill>
                <a:latin typeface="Arial" pitchFamily="34" charset="0"/>
                <a:ea typeface="ＭＳ Ｐゴシック" pitchFamily="34" charset="-128"/>
              </a:rPr>
              <a:t>Discuss chart</a:t>
            </a:r>
          </a:p>
        </p:txBody>
      </p:sp>
      <p:sp>
        <p:nvSpPr>
          <p:cNvPr id="440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85B29A42-E588-4F88-B111-D2B83B124B85}" type="slidenum">
              <a:rPr lang="en-US" altLang="en-US" sz="1200" smtClean="0"/>
              <a:pPr/>
              <a:t>10</a:t>
            </a:fld>
            <a:endParaRPr lang="en-US" altLang="en-US" sz="1200"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19163"/>
            <a:r>
              <a:rPr lang="en-US" altLang="en-US" dirty="0" smtClean="0">
                <a:solidFill>
                  <a:srgbClr val="000000"/>
                </a:solidFill>
                <a:latin typeface="Arial" pitchFamily="34" charset="0"/>
                <a:ea typeface="ＭＳ Ｐゴシック" pitchFamily="34" charset="-128"/>
              </a:rPr>
              <a:t>Discuss chart</a:t>
            </a:r>
          </a:p>
        </p:txBody>
      </p:sp>
      <p:sp>
        <p:nvSpPr>
          <p:cNvPr id="440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85B29A42-E588-4F88-B111-D2B83B124B85}" type="slidenum">
              <a:rPr lang="en-US" altLang="en-US" sz="1200" smtClean="0"/>
              <a:pPr/>
              <a:t>11</a:t>
            </a:fld>
            <a:endParaRPr lang="en-US" altLang="en-US" sz="1200"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19163"/>
            <a:r>
              <a:rPr lang="en-US" altLang="en-US" smtClean="0">
                <a:solidFill>
                  <a:srgbClr val="000000"/>
                </a:solidFill>
                <a:latin typeface="Arial" pitchFamily="34" charset="0"/>
                <a:ea typeface="ＭＳ Ｐゴシック" pitchFamily="34" charset="-128"/>
              </a:rPr>
              <a:t>Discuss chart</a:t>
            </a:r>
          </a:p>
        </p:txBody>
      </p:sp>
      <p:sp>
        <p:nvSpPr>
          <p:cNvPr id="4403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85B29A42-E588-4F88-B111-D2B83B124B85}" type="slidenum">
              <a:rPr lang="en-US" altLang="en-US" sz="1200" smtClean="0"/>
              <a:pPr/>
              <a:t>12</a:t>
            </a:fld>
            <a:endParaRPr lang="en-US" altLang="en-US" sz="1200"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lstStyle/>
          <a:p>
            <a:pPr defTabSz="919598">
              <a:defRPr/>
            </a:pPr>
            <a:r>
              <a:rPr lang="en-US" b="1" dirty="0" smtClean="0">
                <a:solidFill>
                  <a:prstClr val="black"/>
                </a:solidFill>
              </a:rPr>
              <a:t>Review Approach</a:t>
            </a:r>
            <a:endParaRPr lang="en-US" dirty="0"/>
          </a:p>
        </p:txBody>
      </p:sp>
      <p:sp>
        <p:nvSpPr>
          <p:cNvPr id="4506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42A82674-298A-4944-B0EA-3672EAC91631}" type="slidenum">
              <a:rPr lang="en-US" altLang="en-US" sz="1200" smtClean="0"/>
              <a:pPr/>
              <a:t>13</a:t>
            </a:fld>
            <a:endParaRPr lang="en-US" altLang="en-US" sz="1200"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lstStyle/>
          <a:p>
            <a:pPr marL="171426" indent="-171426" defTabSz="919598">
              <a:buFont typeface="Arial" panose="020B0604020202020204" pitchFamily="34" charset="0"/>
              <a:buChar char="•"/>
              <a:defRPr/>
            </a:pPr>
            <a:r>
              <a:rPr lang="en-US" dirty="0" smtClean="0">
                <a:solidFill>
                  <a:prstClr val="black"/>
                </a:solidFill>
              </a:rPr>
              <a:t>Reviews are focused on a specific compliance areas, </a:t>
            </a:r>
          </a:p>
          <a:p>
            <a:pPr marL="171426" indent="-171426" defTabSz="919598">
              <a:buFont typeface="Arial" panose="020B0604020202020204" pitchFamily="34" charset="0"/>
              <a:buChar char="•"/>
              <a:defRPr/>
            </a:pPr>
            <a:r>
              <a:rPr lang="en-US" dirty="0" smtClean="0">
                <a:solidFill>
                  <a:prstClr val="black"/>
                </a:solidFill>
              </a:rPr>
              <a:t>We will apply data analytics to extract insights from agency and CalPERS data and focus our efforts where its needed the most.</a:t>
            </a:r>
            <a:endParaRPr lang="en-US" b="1" dirty="0" smtClean="0">
              <a:solidFill>
                <a:prstClr val="black"/>
              </a:solidFill>
            </a:endParaRPr>
          </a:p>
          <a:p>
            <a:pPr marL="628626" lvl="1" indent="-171426" defTabSz="919598">
              <a:buFont typeface="Arial" panose="020B0604020202020204" pitchFamily="34" charset="0"/>
              <a:buChar char="•"/>
              <a:defRPr/>
            </a:pPr>
            <a:r>
              <a:rPr lang="en-US" u="sng" dirty="0" smtClean="0">
                <a:solidFill>
                  <a:prstClr val="black"/>
                </a:solidFill>
              </a:rPr>
              <a:t>For example</a:t>
            </a:r>
            <a:r>
              <a:rPr lang="en-US" dirty="0" smtClean="0">
                <a:solidFill>
                  <a:prstClr val="black"/>
                </a:solidFill>
              </a:rPr>
              <a:t>, using data analytics, we will be able to better identify red-flags and potential non-compliance by customizing our data reviews and developing parameters.  By using  data analytics in this way and applying business rules, we can identify where compliance issues may exist, for example :</a:t>
            </a:r>
          </a:p>
          <a:p>
            <a:pPr marL="628557" lvl="1" indent="-171426" defTabSz="919598">
              <a:buFont typeface="Arial" panose="020B0604020202020204" pitchFamily="34" charset="0"/>
              <a:buChar char="•"/>
              <a:defRPr/>
            </a:pPr>
            <a:r>
              <a:rPr lang="en-US" dirty="0" smtClean="0">
                <a:solidFill>
                  <a:prstClr val="black"/>
                </a:solidFill>
              </a:rPr>
              <a:t>Excessive or inconsistent amounts reported (special compensation example)</a:t>
            </a:r>
          </a:p>
        </p:txBody>
      </p:sp>
      <p:sp>
        <p:nvSpPr>
          <p:cNvPr id="471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10610A85-C1CE-4A84-8834-202C4A60AD84}" type="slidenum">
              <a:rPr lang="en-US" altLang="en-US" sz="1200" smtClean="0"/>
              <a:pPr/>
              <a:t>14</a:t>
            </a:fld>
            <a:endParaRPr lang="en-US" altLang="en-US" sz="1200"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latin typeface="Arial" pitchFamily="34" charset="0"/>
                <a:ea typeface="ＭＳ Ｐゴシック" pitchFamily="34" charset="-128"/>
              </a:rPr>
              <a:t>My name is Edward Fama</a:t>
            </a:r>
          </a:p>
          <a:p>
            <a:r>
              <a:rPr lang="en-US" altLang="en-US" dirty="0" smtClean="0">
                <a:latin typeface="Arial" pitchFamily="34" charset="0"/>
                <a:ea typeface="ＭＳ Ｐゴシック" pitchFamily="34" charset="-128"/>
              </a:rPr>
              <a:t>Joined</a:t>
            </a:r>
            <a:r>
              <a:rPr lang="en-US" altLang="en-US" baseline="0" dirty="0" smtClean="0">
                <a:latin typeface="Arial" pitchFamily="34" charset="0"/>
                <a:ea typeface="ＭＳ Ｐゴシック" pitchFamily="34" charset="-128"/>
              </a:rPr>
              <a:t> CalPERS in 2008 and Audit Services in 2010. </a:t>
            </a:r>
          </a:p>
          <a:p>
            <a:endParaRPr lang="en-US" altLang="en-US" baseline="0" dirty="0" smtClean="0">
              <a:latin typeface="Arial" pitchFamily="34" charset="0"/>
              <a:ea typeface="ＭＳ Ｐゴシック" pitchFamily="34" charset="-128"/>
            </a:endParaRPr>
          </a:p>
          <a:p>
            <a:r>
              <a:rPr lang="en-US" altLang="en-US" baseline="0" dirty="0" smtClean="0">
                <a:latin typeface="Arial" pitchFamily="34" charset="0"/>
                <a:ea typeface="ＭＳ Ｐゴシック" pitchFamily="34" charset="-128"/>
              </a:rPr>
              <a:t>My first </a:t>
            </a:r>
            <a:r>
              <a:rPr lang="en-US" altLang="en-US" baseline="0" dirty="0" smtClean="0">
                <a:latin typeface="Arial" pitchFamily="34" charset="0"/>
                <a:ea typeface="ＭＳ Ｐゴシック" pitchFamily="34" charset="-128"/>
              </a:rPr>
              <a:t>audit was a small industrial city south east of LA. It became a high profile audit because of their extreme outrageous policies. Then national media outlets started reporting on their outrageous salaries and pensions. </a:t>
            </a:r>
            <a:endParaRPr lang="en-US" altLang="en-US" baseline="0" dirty="0" smtClean="0">
              <a:latin typeface="Arial" pitchFamily="34" charset="0"/>
              <a:ea typeface="ＭＳ Ｐゴシック" pitchFamily="34" charset="-128"/>
            </a:endParaRPr>
          </a:p>
          <a:p>
            <a:endParaRPr lang="en-US" altLang="en-US" baseline="0" dirty="0" smtClean="0">
              <a:latin typeface="Arial" pitchFamily="34" charset="0"/>
              <a:ea typeface="ＭＳ Ｐゴシック" pitchFamily="34" charset="-128"/>
            </a:endParaRPr>
          </a:p>
          <a:p>
            <a:r>
              <a:rPr lang="en-US" altLang="en-US" baseline="0" dirty="0" smtClean="0">
                <a:latin typeface="Arial" pitchFamily="34" charset="0"/>
                <a:ea typeface="ＭＳ Ｐゴシック" pitchFamily="34" charset="-128"/>
              </a:rPr>
              <a:t>Since then audit services has </a:t>
            </a:r>
            <a:r>
              <a:rPr lang="en-US" altLang="en-US" baseline="0" dirty="0" smtClean="0">
                <a:latin typeface="Arial" pitchFamily="34" charset="0"/>
                <a:ea typeface="ＭＳ Ｐゴシック" pitchFamily="34" charset="-128"/>
              </a:rPr>
              <a:t>never been the same. </a:t>
            </a:r>
            <a:endParaRPr lang="en-US" altLang="en-US" dirty="0" smtClean="0">
              <a:latin typeface="Arial" pitchFamily="34" charset="0"/>
              <a:ea typeface="ＭＳ Ｐゴシック" pitchFamily="34" charset="-128"/>
            </a:endParaRPr>
          </a:p>
          <a:p>
            <a:endParaRPr lang="en-US" altLang="en-US" dirty="0" smtClean="0">
              <a:latin typeface="Arial" pitchFamily="34" charset="0"/>
              <a:ea typeface="ＭＳ Ｐゴシック" pitchFamily="34" charset="-128"/>
            </a:endParaRPr>
          </a:p>
        </p:txBody>
      </p:sp>
      <p:sp>
        <p:nvSpPr>
          <p:cNvPr id="4813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3CB6F6B5-49A4-4A99-8813-7DC9D6B36CB9}" type="slidenum">
              <a:rPr lang="en-US" altLang="en-US" sz="1200" smtClean="0"/>
              <a:pPr/>
              <a:t>15</a:t>
            </a:fld>
            <a:endParaRPr lang="en-US" altLang="en-US" sz="1200" dirty="0"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latin typeface="Arial" pitchFamily="34" charset="0"/>
                <a:ea typeface="Geneva"/>
                <a:cs typeface="Geneva"/>
              </a:rPr>
              <a:t>So lets talk about what</a:t>
            </a:r>
            <a:r>
              <a:rPr lang="en-US" altLang="en-US" baseline="0" dirty="0" smtClean="0">
                <a:latin typeface="Arial" pitchFamily="34" charset="0"/>
                <a:ea typeface="Geneva"/>
                <a:cs typeface="Geneva"/>
              </a:rPr>
              <a:t> it takes to stay off the nations spotlight. </a:t>
            </a:r>
            <a:endParaRPr lang="en-US" altLang="en-US" dirty="0" smtClean="0">
              <a:latin typeface="Arial" pitchFamily="34" charset="0"/>
              <a:ea typeface="Geneva"/>
              <a:cs typeface="Geneva"/>
            </a:endParaRPr>
          </a:p>
          <a:p>
            <a:endParaRPr lang="en-US" altLang="en-US" dirty="0" smtClean="0">
              <a:latin typeface="Arial" pitchFamily="34" charset="0"/>
              <a:ea typeface="Geneva"/>
              <a:cs typeface="Geneva"/>
            </a:endParaRPr>
          </a:p>
          <a:p>
            <a:r>
              <a:rPr lang="en-US" altLang="en-US" dirty="0" smtClean="0">
                <a:latin typeface="Arial" pitchFamily="34" charset="0"/>
                <a:ea typeface="Geneva"/>
                <a:cs typeface="Geneva"/>
              </a:rPr>
              <a:t>When </a:t>
            </a:r>
            <a:r>
              <a:rPr lang="en-US" altLang="en-US" dirty="0" smtClean="0">
                <a:latin typeface="Arial" pitchFamily="34" charset="0"/>
                <a:ea typeface="Geneva"/>
                <a:cs typeface="Geneva"/>
              </a:rPr>
              <a:t>we discuss common audit </a:t>
            </a:r>
            <a:r>
              <a:rPr lang="en-US" altLang="en-US" dirty="0" smtClean="0">
                <a:latin typeface="Arial" pitchFamily="34" charset="0"/>
                <a:ea typeface="Geneva"/>
                <a:cs typeface="Geneva"/>
              </a:rPr>
              <a:t>findings, there’s several </a:t>
            </a:r>
            <a:r>
              <a:rPr lang="en-US" altLang="en-US" dirty="0" err="1" smtClean="0">
                <a:latin typeface="Arial" pitchFamily="34" charset="0"/>
                <a:ea typeface="Geneva"/>
                <a:cs typeface="Geneva"/>
              </a:rPr>
              <a:t>criterias</a:t>
            </a:r>
            <a:r>
              <a:rPr lang="en-US" altLang="en-US" dirty="0" smtClean="0">
                <a:latin typeface="Arial" pitchFamily="34" charset="0"/>
                <a:ea typeface="Geneva"/>
                <a:cs typeface="Geneva"/>
              </a:rPr>
              <a:t> </a:t>
            </a:r>
            <a:r>
              <a:rPr lang="en-US" altLang="en-US" dirty="0" smtClean="0">
                <a:latin typeface="Arial" pitchFamily="34" charset="0"/>
                <a:ea typeface="Geneva"/>
                <a:cs typeface="Geneva"/>
              </a:rPr>
              <a:t>and resources available to help your Agency report </a:t>
            </a:r>
            <a:r>
              <a:rPr lang="en-US" altLang="en-US" dirty="0" smtClean="0">
                <a:latin typeface="Arial" pitchFamily="34" charset="0"/>
                <a:ea typeface="Geneva"/>
                <a:cs typeface="Geneva"/>
              </a:rPr>
              <a:t>data correctly. </a:t>
            </a:r>
          </a:p>
          <a:p>
            <a:endParaRPr lang="en-US" altLang="en-US" dirty="0" smtClean="0">
              <a:latin typeface="Arial" pitchFamily="34" charset="0"/>
              <a:ea typeface="Geneva"/>
              <a:cs typeface="Geneva"/>
            </a:endParaRPr>
          </a:p>
          <a:p>
            <a:r>
              <a:rPr lang="en-US" altLang="en-US" dirty="0" smtClean="0">
                <a:latin typeface="Arial" pitchFamily="34" charset="0"/>
                <a:ea typeface="Geneva"/>
                <a:cs typeface="Geneva"/>
              </a:rPr>
              <a:t>First </a:t>
            </a:r>
            <a:r>
              <a:rPr lang="en-US" altLang="en-US" dirty="0" smtClean="0">
                <a:latin typeface="Arial" pitchFamily="34" charset="0"/>
                <a:ea typeface="Geneva"/>
                <a:cs typeface="Geneva"/>
              </a:rPr>
              <a:t>I would like to explain the Government Code is the law that governs </a:t>
            </a:r>
            <a:r>
              <a:rPr lang="en-US" altLang="en-US" dirty="0" err="1" smtClean="0">
                <a:latin typeface="Arial" pitchFamily="34" charset="0"/>
                <a:ea typeface="Geneva"/>
                <a:cs typeface="Geneva"/>
              </a:rPr>
              <a:t>CalPERS</a:t>
            </a:r>
            <a:r>
              <a:rPr lang="en-US" altLang="en-US" dirty="0" smtClean="0">
                <a:latin typeface="Arial" pitchFamily="34" charset="0"/>
                <a:ea typeface="Geneva"/>
                <a:cs typeface="Geneva"/>
              </a:rPr>
              <a:t> processes such as the authority to audit, compensation earnable which includes </a:t>
            </a:r>
            <a:r>
              <a:rPr lang="en-US" altLang="en-US" dirty="0" err="1" smtClean="0">
                <a:latin typeface="Arial" pitchFamily="34" charset="0"/>
                <a:ea typeface="Geneva"/>
                <a:cs typeface="Geneva"/>
              </a:rPr>
              <a:t>payrate</a:t>
            </a:r>
            <a:r>
              <a:rPr lang="en-US" altLang="en-US" dirty="0" smtClean="0">
                <a:latin typeface="Arial" pitchFamily="34" charset="0"/>
                <a:ea typeface="Geneva"/>
                <a:cs typeface="Geneva"/>
              </a:rPr>
              <a:t> and special compensation, membership </a:t>
            </a:r>
            <a:r>
              <a:rPr lang="en-US" altLang="en-US" dirty="0" smtClean="0">
                <a:latin typeface="Arial" pitchFamily="34" charset="0"/>
                <a:ea typeface="Geneva"/>
                <a:cs typeface="Geneva"/>
              </a:rPr>
              <a:t>eligibility like PEPRA</a:t>
            </a:r>
            <a:r>
              <a:rPr lang="en-US" altLang="en-US" baseline="0" dirty="0" smtClean="0">
                <a:latin typeface="Arial" pitchFamily="34" charset="0"/>
                <a:ea typeface="Geneva"/>
                <a:cs typeface="Geneva"/>
              </a:rPr>
              <a:t> </a:t>
            </a:r>
            <a:r>
              <a:rPr lang="en-US" altLang="en-US" dirty="0" smtClean="0">
                <a:latin typeface="Arial" pitchFamily="34" charset="0"/>
                <a:ea typeface="Geneva"/>
                <a:cs typeface="Geneva"/>
              </a:rPr>
              <a:t>, </a:t>
            </a:r>
            <a:r>
              <a:rPr lang="en-US" altLang="en-US" dirty="0" smtClean="0">
                <a:latin typeface="Arial" pitchFamily="34" charset="0"/>
                <a:ea typeface="Geneva"/>
                <a:cs typeface="Geneva"/>
              </a:rPr>
              <a:t>and many other </a:t>
            </a:r>
            <a:r>
              <a:rPr lang="en-US" altLang="en-US" dirty="0" err="1" smtClean="0">
                <a:latin typeface="Arial" pitchFamily="34" charset="0"/>
                <a:ea typeface="Geneva"/>
                <a:cs typeface="Geneva"/>
              </a:rPr>
              <a:t>CalPERS</a:t>
            </a:r>
            <a:r>
              <a:rPr lang="en-US" altLang="en-US" dirty="0" smtClean="0">
                <a:latin typeface="Arial" pitchFamily="34" charset="0"/>
                <a:ea typeface="Geneva"/>
                <a:cs typeface="Geneva"/>
              </a:rPr>
              <a:t> related matters. </a:t>
            </a:r>
          </a:p>
          <a:p>
            <a:endParaRPr lang="en-US" altLang="en-US" dirty="0" smtClean="0">
              <a:latin typeface="Arial" pitchFamily="34" charset="0"/>
              <a:ea typeface="Geneva"/>
              <a:cs typeface="Geneva"/>
            </a:endParaRPr>
          </a:p>
          <a:p>
            <a:r>
              <a:rPr lang="en-US" altLang="en-US" dirty="0" smtClean="0">
                <a:latin typeface="Arial" pitchFamily="34" charset="0"/>
                <a:ea typeface="Geneva"/>
                <a:cs typeface="Geneva"/>
              </a:rPr>
              <a:t>CC&amp;R, this stands for The California Code of Regulations which describes requirements, it clarifies the Government Codes .</a:t>
            </a:r>
          </a:p>
          <a:p>
            <a:endParaRPr lang="en-US" altLang="en-US" dirty="0" smtClean="0">
              <a:latin typeface="Arial" pitchFamily="34" charset="0"/>
              <a:ea typeface="Geneva"/>
              <a:cs typeface="Geneva"/>
            </a:endParaRPr>
          </a:p>
          <a:p>
            <a:r>
              <a:rPr lang="en-US" altLang="en-US" dirty="0" smtClean="0">
                <a:latin typeface="Arial" pitchFamily="34" charset="0"/>
                <a:ea typeface="Geneva"/>
                <a:cs typeface="Geneva"/>
              </a:rPr>
              <a:t>The public agency and schools reference guide that explains the business rules and gives more detailed examples of how the GC’s and CC&amp;R’s should be reported. </a:t>
            </a:r>
          </a:p>
          <a:p>
            <a:r>
              <a:rPr lang="en-US" altLang="en-US" dirty="0" smtClean="0">
                <a:latin typeface="Arial" pitchFamily="34" charset="0"/>
                <a:ea typeface="Geneva"/>
                <a:cs typeface="Geneva"/>
              </a:rPr>
              <a:t> </a:t>
            </a:r>
          </a:p>
          <a:p>
            <a:pPr marL="0" lvl="1"/>
            <a:r>
              <a:rPr lang="en-US" altLang="en-US" dirty="0" smtClean="0">
                <a:latin typeface="Arial" pitchFamily="34" charset="0"/>
                <a:ea typeface="Geneva"/>
                <a:cs typeface="Arial" pitchFamily="34" charset="0"/>
              </a:rPr>
              <a:t>Computer base training (CBTs) is online training that can be found in </a:t>
            </a:r>
            <a:r>
              <a:rPr lang="en-US" altLang="en-US" dirty="0" err="1" smtClean="0">
                <a:latin typeface="Arial" pitchFamily="34" charset="0"/>
                <a:ea typeface="Geneva"/>
                <a:cs typeface="Arial" pitchFamily="34" charset="0"/>
              </a:rPr>
              <a:t>my|CalPERS</a:t>
            </a:r>
            <a:r>
              <a:rPr lang="en-US" altLang="en-US" dirty="0" smtClean="0">
                <a:latin typeface="Arial" pitchFamily="34" charset="0"/>
                <a:ea typeface="Geneva"/>
                <a:cs typeface="Arial" pitchFamily="34" charset="0"/>
              </a:rPr>
              <a:t>. Several of the common audit findings we will discuss in our presentation has training that that can be found in CBT’s. You can enroll through the education tab in </a:t>
            </a:r>
            <a:r>
              <a:rPr lang="en-US" altLang="en-US" dirty="0" err="1" smtClean="0">
                <a:latin typeface="Arial" pitchFamily="34" charset="0"/>
                <a:ea typeface="Geneva"/>
                <a:cs typeface="Arial" pitchFamily="34" charset="0"/>
              </a:rPr>
              <a:t>my|CalPERS</a:t>
            </a:r>
            <a:r>
              <a:rPr lang="en-US" altLang="en-US" dirty="0" smtClean="0">
                <a:latin typeface="Arial" pitchFamily="34" charset="0"/>
                <a:ea typeface="Geneva"/>
                <a:cs typeface="Arial" pitchFamily="34" charset="0"/>
              </a:rPr>
              <a:t>. I have a list of all of the available classes at our booth and the trainings that apply to the common audit findings we have today have been highlighted. If you have any additional question please see us at our booth or visit the </a:t>
            </a:r>
            <a:r>
              <a:rPr lang="en-US" altLang="en-US" dirty="0" err="1" smtClean="0">
                <a:latin typeface="Arial" pitchFamily="34" charset="0"/>
                <a:ea typeface="Geneva"/>
                <a:cs typeface="Arial" pitchFamily="34" charset="0"/>
              </a:rPr>
              <a:t>CalPERS</a:t>
            </a:r>
            <a:r>
              <a:rPr lang="en-US" altLang="en-US" dirty="0" smtClean="0">
                <a:latin typeface="Arial" pitchFamily="34" charset="0"/>
                <a:ea typeface="Geneva"/>
                <a:cs typeface="Arial" pitchFamily="34" charset="0"/>
              </a:rPr>
              <a:t> educational team booth where they can explain all available training and help you log on. </a:t>
            </a:r>
          </a:p>
          <a:p>
            <a:pPr marL="0" lvl="1"/>
            <a:endParaRPr lang="en-US" altLang="en-US" dirty="0" smtClean="0">
              <a:latin typeface="Arial" pitchFamily="34" charset="0"/>
              <a:ea typeface="Geneva"/>
              <a:cs typeface="Arial" pitchFamily="34" charset="0"/>
            </a:endParaRPr>
          </a:p>
          <a:p>
            <a:pPr marL="0" lvl="1"/>
            <a:r>
              <a:rPr lang="en-US" altLang="en-US" dirty="0" smtClean="0">
                <a:latin typeface="Arial" pitchFamily="34" charset="0"/>
                <a:ea typeface="Geneva"/>
                <a:cs typeface="Arial" pitchFamily="34" charset="0"/>
              </a:rPr>
              <a:t>Finally, we have student guides. Theses guides will provide assistance for many </a:t>
            </a:r>
            <a:r>
              <a:rPr lang="en-US" altLang="en-US" dirty="0" err="1" smtClean="0">
                <a:latin typeface="Arial" pitchFamily="34" charset="0"/>
                <a:ea typeface="Geneva"/>
                <a:cs typeface="Arial" pitchFamily="34" charset="0"/>
              </a:rPr>
              <a:t>CalPERS</a:t>
            </a:r>
            <a:r>
              <a:rPr lang="en-US" altLang="en-US" dirty="0" smtClean="0">
                <a:latin typeface="Arial" pitchFamily="34" charset="0"/>
                <a:ea typeface="Geneva"/>
                <a:cs typeface="Arial" pitchFamily="34" charset="0"/>
              </a:rPr>
              <a:t> related questions and I will provide additional information about what student guides apply to the common audit findings we discuss in this presentation as we go. </a:t>
            </a:r>
          </a:p>
          <a:p>
            <a:endParaRPr lang="en-US" altLang="en-US" dirty="0" smtClean="0">
              <a:latin typeface="Arial" pitchFamily="34" charset="0"/>
              <a:ea typeface="ＭＳ Ｐゴシック" pitchFamily="34" charset="-128"/>
            </a:endParaRPr>
          </a:p>
        </p:txBody>
      </p:sp>
      <p:sp>
        <p:nvSpPr>
          <p:cNvPr id="4915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9A5E1ED2-2224-47D9-B697-F3E1F360DB55}" type="slidenum">
              <a:rPr lang="en-US" altLang="en-US" sz="1200" smtClean="0"/>
              <a:pPr/>
              <a:t>16</a:t>
            </a:fld>
            <a:endParaRPr lang="en-US" altLang="en-US" sz="1200"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a:ln/>
        </p:spPr>
      </p:sp>
      <p:sp>
        <p:nvSpPr>
          <p:cNvPr id="5017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latin typeface="Arial" pitchFamily="34" charset="0"/>
                <a:ea typeface="ＭＳ Ｐゴシック" pitchFamily="34" charset="-128"/>
              </a:rPr>
              <a:t>One of the most common</a:t>
            </a:r>
            <a:r>
              <a:rPr lang="en-US" altLang="en-US" baseline="0" dirty="0" smtClean="0">
                <a:latin typeface="Arial" pitchFamily="34" charset="0"/>
                <a:ea typeface="ＭＳ Ｐゴシック" pitchFamily="34" charset="-128"/>
              </a:rPr>
              <a:t> finding results from pay schedules not meeting all seven criteria. </a:t>
            </a:r>
            <a:endParaRPr lang="en-US" altLang="en-US" dirty="0" smtClean="0">
              <a:latin typeface="Arial" pitchFamily="34" charset="0"/>
              <a:ea typeface="ＭＳ Ｐゴシック" pitchFamily="34" charset="-128"/>
            </a:endParaRPr>
          </a:p>
        </p:txBody>
      </p:sp>
      <p:sp>
        <p:nvSpPr>
          <p:cNvPr id="5018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2329DF4B-F7A7-4966-B36C-C862295CE098}" type="slidenum">
              <a:rPr lang="en-US" altLang="en-US" sz="1200" smtClean="0"/>
              <a:pPr/>
              <a:t>17</a:t>
            </a:fld>
            <a:endParaRPr lang="en-US" altLang="en-US" sz="1200"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latin typeface="Arial" pitchFamily="34" charset="0"/>
                <a:ea typeface="ＭＳ Ｐゴシック" pitchFamily="34" charset="-128"/>
              </a:rPr>
              <a:t>Another common</a:t>
            </a:r>
            <a:r>
              <a:rPr lang="en-US" altLang="en-US" baseline="0" smtClean="0">
                <a:latin typeface="Arial" pitchFamily="34" charset="0"/>
                <a:ea typeface="ＭＳ Ｐゴシック" pitchFamily="34" charset="-128"/>
              </a:rPr>
              <a:t> finding results from pay schedules not meeting all 7 criterias. </a:t>
            </a:r>
            <a:endParaRPr lang="en-US" altLang="en-US" dirty="0" smtClean="0">
              <a:latin typeface="Arial" pitchFamily="34" charset="0"/>
              <a:ea typeface="ＭＳ Ｐゴシック" pitchFamily="34" charset="-128"/>
            </a:endParaRPr>
          </a:p>
        </p:txBody>
      </p:sp>
      <p:sp>
        <p:nvSpPr>
          <p:cNvPr id="553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4CF6EA76-E7A6-4DF0-96EC-8757F796A56E}" type="slidenum">
              <a:rPr lang="en-US" altLang="en-US" sz="1200" smtClean="0"/>
              <a:pPr/>
              <a:t>18</a:t>
            </a:fld>
            <a:endParaRPr lang="en-US" altLang="en-US" sz="1200"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latin typeface="Arial" pitchFamily="34" charset="0"/>
                <a:ea typeface="ＭＳ Ｐゴシック" pitchFamily="34" charset="-128"/>
              </a:rPr>
              <a:t>Another common audit finding</a:t>
            </a:r>
            <a:r>
              <a:rPr lang="en-US" altLang="en-US" baseline="0" dirty="0" smtClean="0">
                <a:latin typeface="Arial" pitchFamily="34" charset="0"/>
                <a:ea typeface="ＭＳ Ｐゴシック" pitchFamily="34" charset="-128"/>
              </a:rPr>
              <a:t> results from your written labor policies or agreements not meeting the </a:t>
            </a:r>
            <a:r>
              <a:rPr lang="en-US" altLang="en-US" b="1" baseline="0" dirty="0" smtClean="0">
                <a:latin typeface="Arial" pitchFamily="34" charset="0"/>
                <a:ea typeface="ＭＳ Ｐゴシック" pitchFamily="34" charset="-128"/>
              </a:rPr>
              <a:t>six</a:t>
            </a:r>
            <a:r>
              <a:rPr lang="en-US" altLang="en-US" baseline="0" dirty="0" smtClean="0">
                <a:latin typeface="Arial" pitchFamily="34" charset="0"/>
                <a:ea typeface="ＭＳ Ｐゴシック" pitchFamily="34" charset="-128"/>
              </a:rPr>
              <a:t> criteria to be reportable to </a:t>
            </a:r>
            <a:r>
              <a:rPr lang="en-US" altLang="en-US" baseline="0" dirty="0" err="1" smtClean="0">
                <a:latin typeface="Arial" pitchFamily="34" charset="0"/>
                <a:ea typeface="ＭＳ Ｐゴシック" pitchFamily="34" charset="-128"/>
              </a:rPr>
              <a:t>CalPERS</a:t>
            </a:r>
            <a:r>
              <a:rPr lang="en-US" altLang="en-US" baseline="0" dirty="0" smtClean="0">
                <a:latin typeface="Arial" pitchFamily="34" charset="0"/>
                <a:ea typeface="ＭＳ Ｐゴシック" pitchFamily="34" charset="-128"/>
              </a:rPr>
              <a:t>. </a:t>
            </a:r>
          </a:p>
          <a:p>
            <a:endParaRPr lang="en-US" altLang="en-US" baseline="0" dirty="0" smtClean="0">
              <a:latin typeface="Arial" pitchFamily="34" charset="0"/>
              <a:ea typeface="ＭＳ Ｐゴシック" pitchFamily="34" charset="-128"/>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dirty="0" smtClean="0">
                <a:latin typeface="Arial" pitchFamily="34" charset="0"/>
                <a:ea typeface="Geneva"/>
                <a:cs typeface="Geneva"/>
              </a:rPr>
              <a:t>Another term is MOU, which stands for Memorandum of Understanding,  it is a  formal agreement between two or more parties. MOU’s are the most common written agreement but there are others such as an ordnance or resolution. We will further discuss written labor polices on the next slide.</a:t>
            </a:r>
          </a:p>
          <a:p>
            <a:endParaRPr lang="en-US" altLang="en-US" dirty="0" smtClean="0">
              <a:latin typeface="Arial" pitchFamily="34" charset="0"/>
              <a:ea typeface="ＭＳ Ｐゴシック" pitchFamily="34" charset="-128"/>
            </a:endParaRPr>
          </a:p>
        </p:txBody>
      </p:sp>
      <p:sp>
        <p:nvSpPr>
          <p:cNvPr id="5530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4CF6EA76-E7A6-4DF0-96EC-8757F796A56E}" type="slidenum">
              <a:rPr lang="en-US" altLang="en-US" sz="1200" smtClean="0"/>
              <a:pPr/>
              <a:t>19</a:t>
            </a:fld>
            <a:endParaRPr lang="en-US" altLang="en-US" sz="1200"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Lets give you some real time stats, </a:t>
            </a:r>
          </a:p>
          <a:p>
            <a:endParaRPr lang="en-US" dirty="0" smtClean="0"/>
          </a:p>
          <a:p>
            <a:r>
              <a:rPr lang="en-US" dirty="0" smtClean="0"/>
              <a:t>Recently, we looked at all the census data and validated whether</a:t>
            </a:r>
            <a:r>
              <a:rPr lang="en-US" baseline="0" dirty="0" smtClean="0"/>
              <a:t> they were correctly reported to </a:t>
            </a:r>
            <a:r>
              <a:rPr lang="en-US" baseline="0" dirty="0" err="1" smtClean="0"/>
              <a:t>CalPERS</a:t>
            </a:r>
            <a:r>
              <a:rPr lang="en-US" baseline="0" dirty="0" smtClean="0"/>
              <a:t>. </a:t>
            </a:r>
          </a:p>
          <a:p>
            <a:r>
              <a:rPr lang="en-US" baseline="0" dirty="0" smtClean="0"/>
              <a:t>Elements like employment status, classification, gender, </a:t>
            </a:r>
            <a:r>
              <a:rPr lang="en-US" baseline="0" dirty="0" err="1" smtClean="0"/>
              <a:t>payrates</a:t>
            </a:r>
            <a:r>
              <a:rPr lang="en-US" baseline="0" dirty="0" smtClean="0"/>
              <a:t> and special compensation were reviewed. </a:t>
            </a:r>
          </a:p>
          <a:p>
            <a:endParaRPr lang="en-US" baseline="0" dirty="0" smtClean="0"/>
          </a:p>
          <a:p>
            <a:r>
              <a:rPr lang="en-US" baseline="0" dirty="0" smtClean="0"/>
              <a:t>POLL: </a:t>
            </a:r>
          </a:p>
          <a:p>
            <a:r>
              <a:rPr lang="en-US" baseline="0" dirty="0" smtClean="0"/>
              <a:t>Who thinks there was at least one school that had reporting everything correctly? </a:t>
            </a:r>
          </a:p>
          <a:p>
            <a:r>
              <a:rPr lang="en-US" baseline="0" dirty="0" smtClean="0"/>
              <a:t>Who thinks every school had at least one element incorrectly reported to </a:t>
            </a:r>
            <a:r>
              <a:rPr lang="en-US" baseline="0" dirty="0" err="1" smtClean="0"/>
              <a:t>CalPERS</a:t>
            </a:r>
            <a:r>
              <a:rPr lang="en-US" baseline="0" dirty="0" smtClean="0"/>
              <a:t>? </a:t>
            </a:r>
          </a:p>
          <a:p>
            <a:endParaRPr lang="en-US" baseline="0" dirty="0" smtClean="0"/>
          </a:p>
          <a:p>
            <a:endParaRPr lang="en-US" dirty="0"/>
          </a:p>
        </p:txBody>
      </p:sp>
      <p:sp>
        <p:nvSpPr>
          <p:cNvPr id="4" name="Slide Number Placeholder 3"/>
          <p:cNvSpPr>
            <a:spLocks noGrp="1"/>
          </p:cNvSpPr>
          <p:nvPr>
            <p:ph type="sldNum" sz="quarter" idx="10"/>
          </p:nvPr>
        </p:nvSpPr>
        <p:spPr/>
        <p:txBody>
          <a:bodyPr/>
          <a:lstStyle/>
          <a:p>
            <a:pPr>
              <a:defRPr/>
            </a:pPr>
            <a:fld id="{532EC69C-F8F3-4F92-8C54-C613B78AAE1A}" type="slidenum">
              <a:rPr lang="en-US" altLang="en-US" smtClean="0"/>
              <a:pPr>
                <a:defRPr/>
              </a:pPr>
              <a:t>20</a:t>
            </a:fld>
            <a:endParaRPr lang="en-US" altLang="en-US"/>
          </a:p>
        </p:txBody>
      </p:sp>
    </p:spTree>
    <p:extLst>
      <p:ext uri="{BB962C8B-B14F-4D97-AF65-F5344CB8AC3E}">
        <p14:creationId xmlns:p14="http://schemas.microsoft.com/office/powerpoint/2010/main" val="2802653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You’re both correct.  </a:t>
            </a:r>
          </a:p>
          <a:p>
            <a:endParaRPr lang="en-US" dirty="0" smtClean="0"/>
          </a:p>
          <a:p>
            <a:r>
              <a:rPr lang="en-US" dirty="0" smtClean="0"/>
              <a:t>The</a:t>
            </a:r>
            <a:r>
              <a:rPr lang="en-US" baseline="0" dirty="0" smtClean="0"/>
              <a:t> red column has a 28 in it indicating all 28 schools had at least five employees with at incorrect employment status. </a:t>
            </a:r>
          </a:p>
          <a:p>
            <a:endParaRPr lang="en-US" baseline="0" dirty="0" smtClean="0"/>
          </a:p>
          <a:p>
            <a:r>
              <a:rPr lang="en-US" baseline="0" dirty="0" smtClean="0"/>
              <a:t>The third column from the left also has a 28 but its all green meaning every school correctly reported their employees classifications. </a:t>
            </a:r>
          </a:p>
          <a:p>
            <a:endParaRPr lang="en-US" baseline="0" dirty="0" smtClean="0"/>
          </a:p>
          <a:p>
            <a:r>
              <a:rPr lang="en-US" baseline="0" dirty="0" smtClean="0"/>
              <a:t>So why was employment status so difficult to get correct…. </a:t>
            </a:r>
            <a:endParaRPr lang="en-US" dirty="0"/>
          </a:p>
        </p:txBody>
      </p:sp>
      <p:sp>
        <p:nvSpPr>
          <p:cNvPr id="4" name="Slide Number Placeholder 3"/>
          <p:cNvSpPr>
            <a:spLocks noGrp="1"/>
          </p:cNvSpPr>
          <p:nvPr>
            <p:ph type="sldNum" sz="quarter" idx="10"/>
          </p:nvPr>
        </p:nvSpPr>
        <p:spPr/>
        <p:txBody>
          <a:bodyPr/>
          <a:lstStyle/>
          <a:p>
            <a:pPr>
              <a:defRPr/>
            </a:pPr>
            <a:fld id="{532EC69C-F8F3-4F92-8C54-C613B78AAE1A}" type="slidenum">
              <a:rPr lang="en-US" altLang="en-US" smtClean="0"/>
              <a:pPr>
                <a:defRPr/>
              </a:pPr>
              <a:t>21</a:t>
            </a:fld>
            <a:endParaRPr lang="en-US" altLang="en-US"/>
          </a:p>
        </p:txBody>
      </p:sp>
    </p:spTree>
    <p:extLst>
      <p:ext uri="{BB962C8B-B14F-4D97-AF65-F5344CB8AC3E}">
        <p14:creationId xmlns:p14="http://schemas.microsoft.com/office/powerpoint/2010/main" val="23927713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a:xfrm>
            <a:off x="1143000" y="687388"/>
            <a:ext cx="4572000" cy="3429000"/>
          </a:xfrm>
          <a:ln/>
        </p:spPr>
      </p:sp>
      <p:sp>
        <p:nvSpPr>
          <p:cNvPr id="2048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altLang="en-US" dirty="0" smtClean="0">
                <a:latin typeface="Arial" pitchFamily="34" charset="0"/>
                <a:ea typeface="Geneva"/>
                <a:cs typeface="Geneva"/>
              </a:rPr>
              <a:t>If an employee separates from your agency and does not work for six months, </a:t>
            </a:r>
          </a:p>
          <a:p>
            <a:pPr eaLnBrk="1" hangingPunct="1">
              <a:spcBef>
                <a:spcPct val="0"/>
              </a:spcBef>
            </a:pPr>
            <a:endParaRPr lang="en-US" altLang="en-US" dirty="0" smtClean="0">
              <a:latin typeface="Arial" pitchFamily="34" charset="0"/>
              <a:ea typeface="Geneva"/>
              <a:cs typeface="Geneva"/>
            </a:endParaRPr>
          </a:p>
          <a:p>
            <a:pPr eaLnBrk="1" hangingPunct="1">
              <a:spcBef>
                <a:spcPct val="0"/>
              </a:spcBef>
            </a:pPr>
            <a:r>
              <a:rPr lang="en-US" altLang="en-US" dirty="0" smtClean="0">
                <a:latin typeface="Arial" pitchFamily="34" charset="0"/>
                <a:ea typeface="Geneva"/>
                <a:cs typeface="Geneva"/>
              </a:rPr>
              <a:t>Then they go to work for another Agency</a:t>
            </a:r>
            <a:r>
              <a:rPr lang="en-US" altLang="en-US" baseline="0" dirty="0" smtClean="0">
                <a:latin typeface="Arial" pitchFamily="34" charset="0"/>
                <a:ea typeface="Geneva"/>
                <a:cs typeface="Geneva"/>
              </a:rPr>
              <a:t> or School</a:t>
            </a:r>
          </a:p>
          <a:p>
            <a:pPr eaLnBrk="1" hangingPunct="1">
              <a:spcBef>
                <a:spcPct val="0"/>
              </a:spcBef>
            </a:pPr>
            <a:endParaRPr lang="en-US" altLang="en-US" baseline="0" dirty="0" smtClean="0">
              <a:latin typeface="Arial" pitchFamily="34" charset="0"/>
              <a:ea typeface="Geneva"/>
              <a:cs typeface="Geneva"/>
            </a:endParaRPr>
          </a:p>
          <a:p>
            <a:pPr eaLnBrk="1" hangingPunct="1">
              <a:spcBef>
                <a:spcPct val="0"/>
              </a:spcBef>
            </a:pPr>
            <a:r>
              <a:rPr lang="en-US" altLang="en-US" baseline="0" dirty="0" smtClean="0">
                <a:latin typeface="Arial" pitchFamily="34" charset="0"/>
                <a:ea typeface="Geneva"/>
                <a:cs typeface="Geneva"/>
              </a:rPr>
              <a:t>That employee would be subject to PEPRA membership. </a:t>
            </a:r>
          </a:p>
          <a:p>
            <a:pPr eaLnBrk="1" hangingPunct="1">
              <a:spcBef>
                <a:spcPct val="0"/>
              </a:spcBef>
            </a:pPr>
            <a:endParaRPr lang="en-US" altLang="en-US" baseline="0" dirty="0" smtClean="0">
              <a:latin typeface="Arial" pitchFamily="34" charset="0"/>
              <a:ea typeface="Geneva"/>
              <a:cs typeface="Geneva"/>
            </a:endParaRPr>
          </a:p>
          <a:p>
            <a:pPr eaLnBrk="1" hangingPunct="1">
              <a:spcBef>
                <a:spcPct val="0"/>
              </a:spcBef>
            </a:pPr>
            <a:r>
              <a:rPr lang="en-US" altLang="en-US" baseline="0" dirty="0" smtClean="0">
                <a:latin typeface="Arial" pitchFamily="34" charset="0"/>
                <a:ea typeface="Geneva"/>
                <a:cs typeface="Geneva"/>
              </a:rPr>
              <a:t>However, because our system still shows them as active, he may be enrolled as a classic employee. </a:t>
            </a:r>
            <a:endParaRPr lang="en-US" altLang="en-US" dirty="0" smtClean="0">
              <a:latin typeface="Arial" pitchFamily="34" charset="0"/>
              <a:ea typeface="Geneva"/>
              <a:cs typeface="Geneva"/>
            </a:endParaRPr>
          </a:p>
          <a:p>
            <a:pPr eaLnBrk="1" hangingPunct="1">
              <a:spcBef>
                <a:spcPct val="0"/>
              </a:spcBef>
            </a:pPr>
            <a:endParaRPr lang="en-US" altLang="en-US" dirty="0" smtClean="0">
              <a:latin typeface="Arial" pitchFamily="34" charset="0"/>
              <a:ea typeface="Geneva"/>
              <a:cs typeface="Geneva"/>
            </a:endParaRPr>
          </a:p>
        </p:txBody>
      </p:sp>
      <p:sp>
        <p:nvSpPr>
          <p:cNvPr id="2048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25488" indent="-277813">
              <a:defRPr sz="2400">
                <a:solidFill>
                  <a:schemeClr val="tx1"/>
                </a:solidFill>
                <a:latin typeface="Arial" pitchFamily="34" charset="0"/>
                <a:ea typeface="ＭＳ Ｐゴシック" pitchFamily="34" charset="-128"/>
              </a:defRPr>
            </a:lvl2pPr>
            <a:lvl3pPr marL="1116013" indent="-222250">
              <a:defRPr sz="2400">
                <a:solidFill>
                  <a:schemeClr val="tx1"/>
                </a:solidFill>
                <a:latin typeface="Arial" pitchFamily="34" charset="0"/>
                <a:ea typeface="ＭＳ Ｐゴシック" pitchFamily="34" charset="-128"/>
              </a:defRPr>
            </a:lvl3pPr>
            <a:lvl4pPr marL="1563688" indent="-222250">
              <a:defRPr sz="2400">
                <a:solidFill>
                  <a:schemeClr val="tx1"/>
                </a:solidFill>
                <a:latin typeface="Arial" pitchFamily="34" charset="0"/>
                <a:ea typeface="ＭＳ Ｐゴシック" pitchFamily="34" charset="-128"/>
              </a:defRPr>
            </a:lvl4pPr>
            <a:lvl5pPr marL="2011363" indent="-222250">
              <a:defRPr sz="2400">
                <a:solidFill>
                  <a:schemeClr val="tx1"/>
                </a:solidFill>
                <a:latin typeface="Arial" pitchFamily="34" charset="0"/>
                <a:ea typeface="ＭＳ Ｐゴシック" pitchFamily="34" charset="-128"/>
              </a:defRPr>
            </a:lvl5pPr>
            <a:lvl6pPr marL="2468563" indent="-22225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25763" indent="-22225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382963" indent="-22225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40163" indent="-22225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CBCDC45F-F49B-45FC-BA7E-E79289EDCF19}" type="slidenum">
              <a:rPr lang="en-US" altLang="en-US" sz="1200" smtClean="0">
                <a:latin typeface="Calibri" pitchFamily="34" charset="0"/>
              </a:rPr>
              <a:pPr/>
              <a:t>22</a:t>
            </a:fld>
            <a:endParaRPr lang="en-US" altLang="en-US" sz="1200" smtClean="0">
              <a:latin typeface="Calibri" pitchFamily="34" charset="0"/>
            </a:endParaRPr>
          </a:p>
        </p:txBody>
      </p:sp>
      <p:sp>
        <p:nvSpPr>
          <p:cNvPr id="20485" name="Date Placeholder 1"/>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25488" indent="-277813">
              <a:defRPr sz="2400">
                <a:solidFill>
                  <a:schemeClr val="tx1"/>
                </a:solidFill>
                <a:latin typeface="Arial" pitchFamily="34" charset="0"/>
                <a:ea typeface="ＭＳ Ｐゴシック" pitchFamily="34" charset="-128"/>
              </a:defRPr>
            </a:lvl2pPr>
            <a:lvl3pPr marL="1116013" indent="-222250">
              <a:defRPr sz="2400">
                <a:solidFill>
                  <a:schemeClr val="tx1"/>
                </a:solidFill>
                <a:latin typeface="Arial" pitchFamily="34" charset="0"/>
                <a:ea typeface="ＭＳ Ｐゴシック" pitchFamily="34" charset="-128"/>
              </a:defRPr>
            </a:lvl3pPr>
            <a:lvl4pPr marL="1563688" indent="-222250">
              <a:defRPr sz="2400">
                <a:solidFill>
                  <a:schemeClr val="tx1"/>
                </a:solidFill>
                <a:latin typeface="Arial" pitchFamily="34" charset="0"/>
                <a:ea typeface="ＭＳ Ｐゴシック" pitchFamily="34" charset="-128"/>
              </a:defRPr>
            </a:lvl4pPr>
            <a:lvl5pPr marL="2011363" indent="-222250">
              <a:defRPr sz="2400">
                <a:solidFill>
                  <a:schemeClr val="tx1"/>
                </a:solidFill>
                <a:latin typeface="Arial" pitchFamily="34" charset="0"/>
                <a:ea typeface="ＭＳ Ｐゴシック" pitchFamily="34" charset="-128"/>
              </a:defRPr>
            </a:lvl5pPr>
            <a:lvl6pPr marL="2468563" indent="-22225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25763" indent="-22225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382963" indent="-22225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40163" indent="-22225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C5035CC9-6402-479E-AEE9-60688C796558}" type="datetime3">
              <a:rPr lang="en-US" altLang="en-US" sz="1200" smtClean="0">
                <a:latin typeface="Calibri" pitchFamily="34" charset="0"/>
              </a:rPr>
              <a:pPr/>
              <a:t>4 May 2017</a:t>
            </a:fld>
            <a:endParaRPr lang="en-US" altLang="en-US" sz="1200" smtClean="0">
              <a:latin typeface="Calibri"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914400" rtl="0" eaLnBrk="0" fontAlgn="base" latinLnBrk="0" hangingPunct="0">
              <a:lnSpc>
                <a:spcPct val="100000"/>
              </a:lnSpc>
              <a:spcBef>
                <a:spcPct val="30000"/>
              </a:spcBef>
              <a:spcAft>
                <a:spcPct val="0"/>
              </a:spcAft>
              <a:buClrTx/>
              <a:buSzTx/>
              <a:buFontTx/>
              <a:buNone/>
              <a:tabLst/>
              <a:defRPr/>
            </a:pPr>
            <a:r>
              <a:rPr lang="en-US" dirty="0" smtClean="0"/>
              <a:t>The most common form</a:t>
            </a:r>
            <a:r>
              <a:rPr lang="en-US" baseline="0" dirty="0" smtClean="0"/>
              <a:t> of separation is when your employees retire. </a:t>
            </a:r>
          </a:p>
          <a:p>
            <a:pPr marL="0" marR="0" lvl="1" indent="0" algn="l" defTabSz="914400" rtl="0" eaLnBrk="0" fontAlgn="base" latinLnBrk="0" hangingPunct="0">
              <a:lnSpc>
                <a:spcPct val="100000"/>
              </a:lnSpc>
              <a:spcBef>
                <a:spcPct val="30000"/>
              </a:spcBef>
              <a:spcAft>
                <a:spcPct val="0"/>
              </a:spcAft>
              <a:buClrTx/>
              <a:buSzTx/>
              <a:buFontTx/>
              <a:buNone/>
              <a:tabLst/>
              <a:defRPr/>
            </a:pPr>
            <a:endParaRPr lang="en-US" baseline="0" dirty="0" smtClean="0"/>
          </a:p>
          <a:p>
            <a:pPr marL="0" marR="0" lvl="1" indent="0" algn="l" defTabSz="914400" rtl="0" eaLnBrk="0" fontAlgn="base" latinLnBrk="0" hangingPunct="0">
              <a:lnSpc>
                <a:spcPct val="100000"/>
              </a:lnSpc>
              <a:spcBef>
                <a:spcPct val="30000"/>
              </a:spcBef>
              <a:spcAft>
                <a:spcPct val="0"/>
              </a:spcAft>
              <a:buClrTx/>
              <a:buSzTx/>
              <a:buFontTx/>
              <a:buNone/>
              <a:tabLst/>
              <a:defRPr/>
            </a:pPr>
            <a:r>
              <a:rPr lang="en-US" baseline="0" dirty="0" smtClean="0"/>
              <a:t>But what about when they find employment at a different school? Or work simultaneously at two schools? </a:t>
            </a:r>
          </a:p>
          <a:p>
            <a:pPr marL="0" marR="0" lvl="1" indent="0" algn="l" defTabSz="914400" rtl="0" eaLnBrk="0" fontAlgn="base" latinLnBrk="0" hangingPunct="0">
              <a:lnSpc>
                <a:spcPct val="100000"/>
              </a:lnSpc>
              <a:spcBef>
                <a:spcPct val="30000"/>
              </a:spcBef>
              <a:spcAft>
                <a:spcPct val="0"/>
              </a:spcAft>
              <a:buClrTx/>
              <a:buSzTx/>
              <a:buFontTx/>
              <a:buNone/>
              <a:tabLst/>
              <a:defRPr/>
            </a:pPr>
            <a:endParaRPr lang="en-US" baseline="0" dirty="0" smtClean="0"/>
          </a:p>
          <a:p>
            <a:pPr marL="0" marR="0" lvl="1" indent="0" algn="l" defTabSz="914400" rtl="0" eaLnBrk="0" fontAlgn="base" latinLnBrk="0" hangingPunct="0">
              <a:lnSpc>
                <a:spcPct val="100000"/>
              </a:lnSpc>
              <a:spcBef>
                <a:spcPct val="30000"/>
              </a:spcBef>
              <a:spcAft>
                <a:spcPct val="0"/>
              </a:spcAft>
              <a:buClrTx/>
              <a:buSzTx/>
              <a:buFontTx/>
              <a:buNone/>
              <a:tabLst/>
              <a:defRPr/>
            </a:pPr>
            <a:r>
              <a:rPr lang="en-US" baseline="0" dirty="0" smtClean="0"/>
              <a:t>The rule of thumb is six months of separation.  </a:t>
            </a:r>
          </a:p>
          <a:p>
            <a:pPr marL="0" marR="0" lvl="1" indent="0" algn="l" defTabSz="914400" rtl="0" eaLnBrk="0" fontAlgn="base" latinLnBrk="0" hangingPunct="0">
              <a:lnSpc>
                <a:spcPct val="100000"/>
              </a:lnSpc>
              <a:spcBef>
                <a:spcPct val="30000"/>
              </a:spcBef>
              <a:spcAft>
                <a:spcPct val="0"/>
              </a:spcAft>
              <a:buClrTx/>
              <a:buSzTx/>
              <a:buFontTx/>
              <a:buNone/>
              <a:tabLst/>
              <a:defRPr/>
            </a:pPr>
            <a:endParaRPr lang="en-US" baseline="0" dirty="0" smtClean="0"/>
          </a:p>
          <a:p>
            <a:pPr marL="0" marR="0" lvl="1"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pPr>
              <a:defRPr/>
            </a:pPr>
            <a:fld id="{532EC69C-F8F3-4F92-8C54-C613B78AAE1A}" type="slidenum">
              <a:rPr lang="en-US" altLang="en-US" smtClean="0"/>
              <a:pPr>
                <a:defRPr/>
              </a:pPr>
              <a:t>23</a:t>
            </a:fld>
            <a:endParaRPr lang="en-US" altLang="en-US"/>
          </a:p>
        </p:txBody>
      </p:sp>
    </p:spTree>
    <p:extLst>
      <p:ext uri="{BB962C8B-B14F-4D97-AF65-F5344CB8AC3E}">
        <p14:creationId xmlns:p14="http://schemas.microsoft.com/office/powerpoint/2010/main" val="34650051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p:cNvSpPr>
            <a:spLocks noGrp="1" noRot="1" noChangeAspect="1" noTextEdit="1"/>
          </p:cNvSpPr>
          <p:nvPr>
            <p:ph type="sldImg"/>
          </p:nvPr>
        </p:nvSpPr>
        <p:spPr>
          <a:xfrm>
            <a:off x="1143000" y="687388"/>
            <a:ext cx="4572000" cy="3429000"/>
          </a:xfrm>
          <a:ln/>
        </p:spPr>
      </p:sp>
      <p:sp>
        <p:nvSpPr>
          <p:cNvPr id="215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r>
              <a:rPr lang="en-US" altLang="en-US" dirty="0" smtClean="0">
                <a:latin typeface="Arial" pitchFamily="34" charset="0"/>
                <a:ea typeface="Geneva"/>
                <a:cs typeface="Geneva"/>
              </a:rPr>
              <a:t>Retroactive</a:t>
            </a:r>
            <a:r>
              <a:rPr lang="en-US" altLang="en-US" baseline="0" dirty="0" smtClean="0">
                <a:latin typeface="Arial" pitchFamily="34" charset="0"/>
                <a:ea typeface="Geneva"/>
                <a:cs typeface="Geneva"/>
              </a:rPr>
              <a:t> salary adjustments or retroactive special </a:t>
            </a:r>
            <a:r>
              <a:rPr lang="en-US" altLang="en-US" baseline="0" dirty="0" err="1" smtClean="0">
                <a:latin typeface="Arial" pitchFamily="34" charset="0"/>
                <a:ea typeface="Geneva"/>
                <a:cs typeface="Geneva"/>
              </a:rPr>
              <a:t>compensatoin</a:t>
            </a:r>
            <a:r>
              <a:rPr lang="en-US" altLang="en-US" baseline="0" dirty="0" smtClean="0">
                <a:latin typeface="Arial" pitchFamily="34" charset="0"/>
                <a:ea typeface="Geneva"/>
                <a:cs typeface="Geneva"/>
              </a:rPr>
              <a:t> adjustments occurs when an employee received a payment today that was retroactive to a previous effective date. Typically the beginning of a fiscal year like July 1. </a:t>
            </a:r>
          </a:p>
          <a:p>
            <a:pPr eaLnBrk="1" hangingPunct="1">
              <a:spcBef>
                <a:spcPct val="0"/>
              </a:spcBef>
            </a:pPr>
            <a:endParaRPr lang="en-US" altLang="en-US" baseline="0" dirty="0" smtClean="0">
              <a:latin typeface="Arial" pitchFamily="34" charset="0"/>
              <a:ea typeface="Geneva"/>
              <a:cs typeface="Geneva"/>
            </a:endParaRPr>
          </a:p>
        </p:txBody>
      </p:sp>
      <p:sp>
        <p:nvSpPr>
          <p:cNvPr id="215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25488" indent="-277813">
              <a:defRPr sz="2400">
                <a:solidFill>
                  <a:schemeClr val="tx1"/>
                </a:solidFill>
                <a:latin typeface="Arial" pitchFamily="34" charset="0"/>
                <a:ea typeface="ＭＳ Ｐゴシック" pitchFamily="34" charset="-128"/>
              </a:defRPr>
            </a:lvl2pPr>
            <a:lvl3pPr marL="1116013" indent="-222250">
              <a:defRPr sz="2400">
                <a:solidFill>
                  <a:schemeClr val="tx1"/>
                </a:solidFill>
                <a:latin typeface="Arial" pitchFamily="34" charset="0"/>
                <a:ea typeface="ＭＳ Ｐゴシック" pitchFamily="34" charset="-128"/>
              </a:defRPr>
            </a:lvl3pPr>
            <a:lvl4pPr marL="1563688" indent="-222250">
              <a:defRPr sz="2400">
                <a:solidFill>
                  <a:schemeClr val="tx1"/>
                </a:solidFill>
                <a:latin typeface="Arial" pitchFamily="34" charset="0"/>
                <a:ea typeface="ＭＳ Ｐゴシック" pitchFamily="34" charset="-128"/>
              </a:defRPr>
            </a:lvl4pPr>
            <a:lvl5pPr marL="2011363" indent="-222250">
              <a:defRPr sz="2400">
                <a:solidFill>
                  <a:schemeClr val="tx1"/>
                </a:solidFill>
                <a:latin typeface="Arial" pitchFamily="34" charset="0"/>
                <a:ea typeface="ＭＳ Ｐゴシック" pitchFamily="34" charset="-128"/>
              </a:defRPr>
            </a:lvl5pPr>
            <a:lvl6pPr marL="2468563" indent="-22225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25763" indent="-22225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382963" indent="-22225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40163" indent="-22225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AA2CA1AE-D10C-4100-B3ED-E78A1911C61C}" type="slidenum">
              <a:rPr lang="en-US" altLang="en-US" sz="1200" smtClean="0">
                <a:latin typeface="Calibri" pitchFamily="34" charset="0"/>
              </a:rPr>
              <a:pPr/>
              <a:t>25</a:t>
            </a:fld>
            <a:endParaRPr lang="en-US" altLang="en-US" sz="1200" smtClean="0">
              <a:latin typeface="Calibri" pitchFamily="34" charset="0"/>
            </a:endParaRPr>
          </a:p>
        </p:txBody>
      </p:sp>
      <p:sp>
        <p:nvSpPr>
          <p:cNvPr id="21509" name="Date Placeholder 1"/>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25488" indent="-277813">
              <a:defRPr sz="2400">
                <a:solidFill>
                  <a:schemeClr val="tx1"/>
                </a:solidFill>
                <a:latin typeface="Arial" pitchFamily="34" charset="0"/>
                <a:ea typeface="ＭＳ Ｐゴシック" pitchFamily="34" charset="-128"/>
              </a:defRPr>
            </a:lvl2pPr>
            <a:lvl3pPr marL="1116013" indent="-222250">
              <a:defRPr sz="2400">
                <a:solidFill>
                  <a:schemeClr val="tx1"/>
                </a:solidFill>
                <a:latin typeface="Arial" pitchFamily="34" charset="0"/>
                <a:ea typeface="ＭＳ Ｐゴシック" pitchFamily="34" charset="-128"/>
              </a:defRPr>
            </a:lvl3pPr>
            <a:lvl4pPr marL="1563688" indent="-222250">
              <a:defRPr sz="2400">
                <a:solidFill>
                  <a:schemeClr val="tx1"/>
                </a:solidFill>
                <a:latin typeface="Arial" pitchFamily="34" charset="0"/>
                <a:ea typeface="ＭＳ Ｐゴシック" pitchFamily="34" charset="-128"/>
              </a:defRPr>
            </a:lvl4pPr>
            <a:lvl5pPr marL="2011363" indent="-222250">
              <a:defRPr sz="2400">
                <a:solidFill>
                  <a:schemeClr val="tx1"/>
                </a:solidFill>
                <a:latin typeface="Arial" pitchFamily="34" charset="0"/>
                <a:ea typeface="ＭＳ Ｐゴシック" pitchFamily="34" charset="-128"/>
              </a:defRPr>
            </a:lvl5pPr>
            <a:lvl6pPr marL="2468563" indent="-22225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25763" indent="-22225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382963" indent="-22225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40163" indent="-22225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34AEF5B1-B588-40E0-88A5-DE91B7A5ACD5}" type="datetime3">
              <a:rPr lang="en-US" altLang="en-US" sz="1200" smtClean="0">
                <a:latin typeface="Calibri" pitchFamily="34" charset="0"/>
              </a:rPr>
              <a:pPr/>
              <a:t>4 May 2017</a:t>
            </a:fld>
            <a:endParaRPr lang="en-US" altLang="en-US" sz="1200" smtClean="0">
              <a:latin typeface="Calibri"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a:xfrm>
            <a:off x="1143000" y="687388"/>
            <a:ext cx="4572000" cy="3429000"/>
          </a:xfrm>
          <a:ln/>
        </p:spPr>
      </p:sp>
      <p:sp>
        <p:nvSpPr>
          <p:cNvPr id="2253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spcBef>
                <a:spcPct val="0"/>
              </a:spcBef>
            </a:pPr>
            <a:endParaRPr lang="en-US" altLang="en-US" baseline="0" dirty="0" smtClean="0">
              <a:latin typeface="Arial" pitchFamily="34" charset="0"/>
              <a:ea typeface="Geneva"/>
              <a:cs typeface="Geneva"/>
            </a:endParaRPr>
          </a:p>
          <a:p>
            <a:pPr eaLnBrk="1" hangingPunct="1">
              <a:spcBef>
                <a:spcPct val="0"/>
              </a:spcBef>
            </a:pPr>
            <a:r>
              <a:rPr lang="en-US" altLang="en-US" baseline="0" dirty="0" smtClean="0">
                <a:latin typeface="Arial" pitchFamily="34" charset="0"/>
                <a:ea typeface="Geneva"/>
                <a:cs typeface="Geneva"/>
              </a:rPr>
              <a:t>The Agency should report a retroactive salary adjustment to </a:t>
            </a:r>
            <a:r>
              <a:rPr lang="en-US" altLang="en-US" baseline="0" dirty="0" err="1" smtClean="0">
                <a:latin typeface="Arial" pitchFamily="34" charset="0"/>
                <a:ea typeface="Geneva"/>
                <a:cs typeface="Geneva"/>
              </a:rPr>
              <a:t>CalPERS</a:t>
            </a:r>
            <a:r>
              <a:rPr lang="en-US" altLang="en-US" baseline="0" dirty="0" smtClean="0">
                <a:latin typeface="Arial" pitchFamily="34" charset="0"/>
                <a:ea typeface="Geneva"/>
                <a:cs typeface="Geneva"/>
              </a:rPr>
              <a:t> by using the inclusive dates of the increase as well as the new pay rate, total earnings, and contributions for the period of the increase. </a:t>
            </a:r>
          </a:p>
          <a:p>
            <a:pPr eaLnBrk="1" hangingPunct="1">
              <a:spcBef>
                <a:spcPct val="0"/>
              </a:spcBef>
            </a:pPr>
            <a:endParaRPr lang="en-US" altLang="en-US" baseline="0" dirty="0" smtClean="0">
              <a:latin typeface="Arial" pitchFamily="34" charset="0"/>
              <a:ea typeface="Geneva"/>
              <a:cs typeface="Geneva"/>
            </a:endParaRPr>
          </a:p>
          <a:p>
            <a:pPr eaLnBrk="1" hangingPunct="1">
              <a:spcBef>
                <a:spcPct val="0"/>
              </a:spcBef>
            </a:pPr>
            <a:r>
              <a:rPr lang="en-US" altLang="en-US" baseline="0" dirty="0" smtClean="0">
                <a:latin typeface="Arial" pitchFamily="34" charset="0"/>
                <a:ea typeface="Geneva"/>
                <a:cs typeface="Geneva"/>
              </a:rPr>
              <a:t>A common incorrect reporting is adding all the back pay to the current earned period as one line item. </a:t>
            </a:r>
          </a:p>
          <a:p>
            <a:pPr eaLnBrk="1" hangingPunct="1">
              <a:spcBef>
                <a:spcPct val="0"/>
              </a:spcBef>
            </a:pPr>
            <a:endParaRPr lang="en-US" altLang="en-US" baseline="0" dirty="0" smtClean="0">
              <a:latin typeface="Arial" pitchFamily="34" charset="0"/>
              <a:ea typeface="Geneva"/>
              <a:cs typeface="Geneva"/>
            </a:endParaRPr>
          </a:p>
          <a:p>
            <a:pPr eaLnBrk="1" hangingPunct="1">
              <a:spcBef>
                <a:spcPct val="0"/>
              </a:spcBef>
            </a:pPr>
            <a:r>
              <a:rPr lang="en-US" altLang="en-US" baseline="0" dirty="0" smtClean="0">
                <a:latin typeface="Arial" pitchFamily="34" charset="0"/>
                <a:ea typeface="Geneva"/>
                <a:cs typeface="Geneva"/>
              </a:rPr>
              <a:t>To us, it looks like the adjustment is only for one pay period even though it should have been reported as earned for July 1 through today. </a:t>
            </a:r>
            <a:endParaRPr lang="en-US" altLang="en-US" dirty="0" smtClean="0">
              <a:latin typeface="Arial" pitchFamily="34" charset="0"/>
              <a:ea typeface="Geneva"/>
              <a:cs typeface="Geneva"/>
            </a:endParaRPr>
          </a:p>
          <a:p>
            <a:endParaRPr lang="en-US" altLang="en-US" dirty="0" smtClean="0">
              <a:latin typeface="Arial" pitchFamily="34" charset="0"/>
              <a:ea typeface="ＭＳ Ｐゴシック" pitchFamily="34" charset="-128"/>
            </a:endParaRPr>
          </a:p>
        </p:txBody>
      </p:sp>
      <p:sp>
        <p:nvSpPr>
          <p:cNvPr id="22532" name="Date Placeholder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8C09AC2D-13D0-46BE-9F3F-76B38E4DBBB8}" type="datetime3">
              <a:rPr lang="en-US" altLang="en-US" sz="1200" smtClean="0"/>
              <a:pPr/>
              <a:t>4 May 2017</a:t>
            </a:fld>
            <a:endParaRPr lang="en-US" altLang="en-US" sz="1200" smtClean="0"/>
          </a:p>
        </p:txBody>
      </p:sp>
      <p:sp>
        <p:nvSpPr>
          <p:cNvPr id="22533"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73459246-4E10-4488-8824-736E9627247C}" type="slidenum">
              <a:rPr lang="en-US" altLang="en-US" sz="1200" smtClean="0"/>
              <a:pPr/>
              <a:t>26</a:t>
            </a:fld>
            <a:endParaRPr lang="en-US" altLang="en-US" sz="1200"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1143000" y="687388"/>
            <a:ext cx="4572000" cy="3429000"/>
          </a:xfrm>
          <a:ln/>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itchFamily="34" charset="0"/>
              <a:ea typeface="ＭＳ Ｐゴシック" pitchFamily="34" charset="-128"/>
            </a:endParaRPr>
          </a:p>
        </p:txBody>
      </p:sp>
      <p:sp>
        <p:nvSpPr>
          <p:cNvPr id="23556" name="Date Placeholder 3"/>
          <p:cNvSpPr>
            <a:spLocks noGrp="1"/>
          </p:cNvSpPr>
          <p:nvPr>
            <p:ph type="dt" sz="quarter"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C450666A-21B8-4E33-955A-5BCD9AED9B4F}" type="datetime3">
              <a:rPr lang="en-US" altLang="en-US" sz="1200" smtClean="0"/>
              <a:pPr/>
              <a:t>4 May 2017</a:t>
            </a:fld>
            <a:endParaRPr lang="en-US" altLang="en-US" sz="1200" smtClean="0"/>
          </a:p>
        </p:txBody>
      </p:sp>
      <p:sp>
        <p:nvSpPr>
          <p:cNvPr id="23557"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B5BD31AC-0C30-4A82-A4C3-812EEEEB649C}" type="slidenum">
              <a:rPr lang="en-US" altLang="en-US" sz="1200" smtClean="0"/>
              <a:pPr/>
              <a:t>27</a:t>
            </a:fld>
            <a:endParaRPr lang="en-US" altLang="en-US" sz="1200"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r>
              <a:rPr lang="en-US" altLang="en-US" dirty="0" smtClean="0">
                <a:ea typeface="Geneva" pitchFamily="126" charset="-128"/>
              </a:rPr>
              <a:t>There are five</a:t>
            </a:r>
            <a:r>
              <a:rPr lang="en-US" altLang="en-US" baseline="0" dirty="0" smtClean="0">
                <a:ea typeface="Geneva" pitchFamily="126" charset="-128"/>
              </a:rPr>
              <a:t> categories that a special compensation item will fall into.  The most significant is the Statutory Pays.  The </a:t>
            </a:r>
            <a:r>
              <a:rPr lang="en-US" altLang="en-US" dirty="0" smtClean="0">
                <a:ea typeface="Geneva" pitchFamily="126" charset="-128"/>
              </a:rPr>
              <a:t>government code and CCR </a:t>
            </a:r>
            <a:r>
              <a:rPr lang="en-US" altLang="en-US" dirty="0" smtClean="0">
                <a:solidFill>
                  <a:srgbClr val="FF0000"/>
                </a:solidFill>
                <a:ea typeface="Geneva" pitchFamily="126" charset="-128"/>
              </a:rPr>
              <a:t>specifically</a:t>
            </a:r>
            <a:r>
              <a:rPr lang="en-US" altLang="en-US" dirty="0" smtClean="0">
                <a:ea typeface="Geneva" pitchFamily="126" charset="-128"/>
              </a:rPr>
              <a:t> identify three items of compensation that must be reported to </a:t>
            </a:r>
            <a:r>
              <a:rPr lang="en-US" altLang="en-US" dirty="0" err="1" smtClean="0">
                <a:ea typeface="Geneva" pitchFamily="126" charset="-128"/>
              </a:rPr>
              <a:t>CalPERS</a:t>
            </a:r>
            <a:r>
              <a:rPr lang="en-US" altLang="en-US" dirty="0" smtClean="0">
                <a:ea typeface="Geneva" pitchFamily="126" charset="-128"/>
              </a:rPr>
              <a:t> however we often find they are either not being reported, or reported incorrectly.</a:t>
            </a:r>
          </a:p>
          <a:p>
            <a:pPr>
              <a:spcBef>
                <a:spcPts val="0"/>
              </a:spcBef>
              <a:defRPr/>
            </a:pPr>
            <a:endParaRPr lang="en-US" altLang="en-US" dirty="0" smtClean="0">
              <a:ea typeface="Geneva" pitchFamily="126" charset="-128"/>
            </a:endParaRPr>
          </a:p>
          <a:p>
            <a:pPr>
              <a:defRPr/>
            </a:pPr>
            <a:r>
              <a:rPr lang="en-US" altLang="en-US" b="1" dirty="0" smtClean="0">
                <a:ea typeface="Geneva" pitchFamily="126" charset="-128"/>
              </a:rPr>
              <a:t>Holiday Pay </a:t>
            </a:r>
            <a:endParaRPr lang="en-US" altLang="en-US" dirty="0" smtClean="0">
              <a:ea typeface="Geneva" pitchFamily="126" charset="-128"/>
            </a:endParaRPr>
          </a:p>
          <a:p>
            <a:pPr>
              <a:defRPr/>
            </a:pPr>
            <a:r>
              <a:rPr lang="en-US" altLang="en-US" b="1" dirty="0" smtClean="0">
                <a:ea typeface="Geneva" pitchFamily="126" charset="-128"/>
              </a:rPr>
              <a:t>FLSA Premium Pay (Not as applicable to community colleges except for Police)</a:t>
            </a:r>
          </a:p>
          <a:p>
            <a:pPr>
              <a:defRPr/>
            </a:pPr>
            <a:r>
              <a:rPr lang="en-US" altLang="en-US" b="1" dirty="0" smtClean="0">
                <a:ea typeface="Geneva" pitchFamily="126" charset="-128"/>
              </a:rPr>
              <a:t>Uniform allowance</a:t>
            </a:r>
          </a:p>
          <a:p>
            <a:pPr>
              <a:defRPr/>
            </a:pPr>
            <a:endParaRPr lang="en-US" altLang="en-US" b="1" dirty="0" smtClean="0">
              <a:ea typeface="Geneva" pitchFamily="126" charset="-128"/>
            </a:endParaRPr>
          </a:p>
          <a:p>
            <a:pPr>
              <a:defRPr/>
            </a:pPr>
            <a:r>
              <a:rPr lang="en-US" altLang="en-US" b="0" dirty="0" smtClean="0">
                <a:ea typeface="Geneva" pitchFamily="126" charset="-128"/>
              </a:rPr>
              <a:t>The</a:t>
            </a:r>
            <a:r>
              <a:rPr lang="en-US" altLang="en-US" b="0" baseline="0" dirty="0" smtClean="0">
                <a:ea typeface="Geneva" pitchFamily="126" charset="-128"/>
              </a:rPr>
              <a:t> other four categories can be reported to </a:t>
            </a:r>
            <a:r>
              <a:rPr lang="en-US" altLang="en-US" b="0" baseline="0" dirty="0" err="1" smtClean="0">
                <a:ea typeface="Geneva" pitchFamily="126" charset="-128"/>
              </a:rPr>
              <a:t>CalPERS</a:t>
            </a:r>
            <a:r>
              <a:rPr lang="en-US" altLang="en-US" b="0" baseline="0" dirty="0" smtClean="0">
                <a:ea typeface="Geneva" pitchFamily="126" charset="-128"/>
              </a:rPr>
              <a:t> only if they properly meet the criteria in your written labor policies. </a:t>
            </a:r>
          </a:p>
          <a:p>
            <a:pPr>
              <a:defRPr/>
            </a:pPr>
            <a:endParaRPr lang="en-US" altLang="en-US" b="0" baseline="0" dirty="0" smtClean="0">
              <a:ea typeface="Geneva" pitchFamily="126" charset="-128"/>
            </a:endParaRPr>
          </a:p>
          <a:p>
            <a:r>
              <a:rPr lang="en-US" altLang="en-US" dirty="0" smtClean="0"/>
              <a:t>Special compensation must be reported in </a:t>
            </a:r>
            <a:r>
              <a:rPr lang="en-US" altLang="en-US" dirty="0" err="1" smtClean="0"/>
              <a:t>my|CalPERS</a:t>
            </a:r>
            <a:r>
              <a:rPr lang="en-US" altLang="en-US" dirty="0" smtClean="0"/>
              <a:t> separate from base pay</a:t>
            </a:r>
            <a:r>
              <a:rPr lang="en-US" altLang="en-US" baseline="0" dirty="0" smtClean="0"/>
              <a:t> </a:t>
            </a:r>
          </a:p>
          <a:p>
            <a:r>
              <a:rPr lang="en-US" altLang="en-US" dirty="0" smtClean="0"/>
              <a:t>Special compensation must be identified in </a:t>
            </a:r>
            <a:r>
              <a:rPr lang="en-US" altLang="en-US" dirty="0" err="1" smtClean="0"/>
              <a:t>my|CalPERS</a:t>
            </a:r>
            <a:r>
              <a:rPr lang="en-US" altLang="en-US" dirty="0" smtClean="0"/>
              <a:t> by type</a:t>
            </a:r>
          </a:p>
          <a:p>
            <a:r>
              <a:rPr lang="en-US" altLang="en-US" dirty="0" smtClean="0"/>
              <a:t>All special compensation is required to be reported as it is earned </a:t>
            </a:r>
          </a:p>
          <a:p>
            <a:r>
              <a:rPr lang="en-US" altLang="en-US" dirty="0" smtClean="0"/>
              <a:t>Special compensation must meet the definition in CCR 571</a:t>
            </a:r>
          </a:p>
          <a:p>
            <a:pPr marL="0" marR="0" lvl="1" indent="0" algn="l" defTabSz="914400" rtl="0" eaLnBrk="0" fontAlgn="base" latinLnBrk="0" hangingPunct="0">
              <a:lnSpc>
                <a:spcPct val="100000"/>
              </a:lnSpc>
              <a:spcBef>
                <a:spcPct val="30000"/>
              </a:spcBef>
              <a:spcAft>
                <a:spcPct val="0"/>
              </a:spcAft>
              <a:buClrTx/>
              <a:buSzTx/>
              <a:buFontTx/>
              <a:buNone/>
              <a:tabLst/>
              <a:defRPr/>
            </a:pPr>
            <a:endParaRPr lang="en-US" altLang="en-US" dirty="0" smtClean="0"/>
          </a:p>
          <a:p>
            <a:endParaRPr lang="en-US" altLang="en-US" dirty="0" smtClean="0"/>
          </a:p>
        </p:txBody>
      </p:sp>
      <p:sp>
        <p:nvSpPr>
          <p:cNvPr id="5222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341A44DB-0AF4-4B5F-916B-53FFBB464465}" type="slidenum">
              <a:rPr lang="en-US" altLang="en-US" sz="1200" smtClean="0"/>
              <a:pPr/>
              <a:t>28</a:t>
            </a:fld>
            <a:endParaRPr lang="en-US" altLang="en-US" sz="1200"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latin typeface="Arial" pitchFamily="34" charset="0"/>
              <a:ea typeface="ＭＳ Ｐゴシック" pitchFamily="34" charset="-128"/>
            </a:endParaRPr>
          </a:p>
        </p:txBody>
      </p:sp>
      <p:sp>
        <p:nvSpPr>
          <p:cNvPr id="5120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07D416C0-E03D-4AF4-8FC9-803A13E5ACCB}" type="slidenum">
              <a:rPr lang="en-US" altLang="en-US" sz="1200" smtClean="0"/>
              <a:pPr/>
              <a:t>29</a:t>
            </a:fld>
            <a:endParaRPr lang="en-US" altLang="en-US" sz="1200"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en-US" dirty="0" smtClean="0">
                <a:latin typeface="Arial" pitchFamily="34" charset="0"/>
                <a:ea typeface="ＭＳ Ｐゴシック" pitchFamily="34" charset="-128"/>
              </a:rPr>
              <a:t>Off-Salary</a:t>
            </a:r>
            <a:r>
              <a:rPr lang="en-US" altLang="en-US" baseline="0" dirty="0" smtClean="0">
                <a:latin typeface="Arial" pitchFamily="34" charset="0"/>
                <a:ea typeface="ＭＳ Ｐゴシック" pitchFamily="34" charset="-128"/>
              </a:rPr>
              <a:t>-Schedule pay is</a:t>
            </a:r>
            <a:r>
              <a:rPr lang="en-US" altLang="en-US" dirty="0" smtClean="0">
                <a:latin typeface="Arial" pitchFamily="34" charset="0"/>
                <a:ea typeface="ＭＳ Ｐゴシック" pitchFamily="34" charset="-128"/>
              </a:rPr>
              <a:t> routinely</a:t>
            </a:r>
            <a:r>
              <a:rPr lang="en-US" altLang="en-US" baseline="0" dirty="0" smtClean="0">
                <a:latin typeface="Arial" pitchFamily="34" charset="0"/>
                <a:ea typeface="ＭＳ Ｐゴシック" pitchFamily="34" charset="-128"/>
              </a:rPr>
              <a:t> </a:t>
            </a:r>
            <a:r>
              <a:rPr lang="en-US" altLang="en-US" dirty="0" smtClean="0">
                <a:latin typeface="Arial" pitchFamily="34" charset="0"/>
                <a:ea typeface="ＭＳ Ｐゴシック" pitchFamily="34" charset="-128"/>
              </a:rPr>
              <a:t>negotiated through collective bargaining in lieu of increases to the salary schedule and does not to exceed six</a:t>
            </a:r>
            <a:r>
              <a:rPr lang="en-US" altLang="en-US" baseline="0" dirty="0" smtClean="0">
                <a:latin typeface="Arial" pitchFamily="34" charset="0"/>
                <a:ea typeface="ＭＳ Ｐゴシック" pitchFamily="34" charset="-128"/>
              </a:rPr>
              <a:t> </a:t>
            </a:r>
            <a:r>
              <a:rPr lang="en-US" altLang="en-US" dirty="0" smtClean="0">
                <a:latin typeface="Arial" pitchFamily="34" charset="0"/>
                <a:ea typeface="ＭＳ Ｐゴシック" pitchFamily="34" charset="-128"/>
              </a:rPr>
              <a:t>percent (6%) per fiscal year. </a:t>
            </a:r>
          </a:p>
          <a:p>
            <a:endParaRPr lang="en-US" altLang="en-US" dirty="0" smtClean="0">
              <a:latin typeface="Arial" pitchFamily="34" charset="0"/>
              <a:ea typeface="ＭＳ Ｐゴシック" pitchFamily="34" charset="-128"/>
            </a:endParaRPr>
          </a:p>
        </p:txBody>
      </p:sp>
      <p:sp>
        <p:nvSpPr>
          <p:cNvPr id="532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23C719D5-BE60-4DB1-A778-EAA128A181E5}" type="slidenum">
              <a:rPr lang="en-US" altLang="en-US" sz="1200" smtClean="0"/>
              <a:pPr/>
              <a:t>30</a:t>
            </a:fld>
            <a:endParaRPr lang="en-US" altLang="en-US" sz="1200"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smtClean="0"/>
              <a:t>The most common misreporting of a Bonus is when agencies provide a bonus that is not available to a member’s group or class or is based on criteria other than superior performance. </a:t>
            </a:r>
          </a:p>
          <a:p>
            <a:endParaRPr lang="en-US" dirty="0" smtClean="0"/>
          </a:p>
          <a:p>
            <a:r>
              <a:rPr lang="en-US" dirty="0" smtClean="0"/>
              <a:t>Bonus, as defined by CCR 571(a)(1) is “compensation awarded to employees for ‘superior performance’ or ‘merit pay’. </a:t>
            </a:r>
          </a:p>
          <a:p>
            <a:endParaRPr lang="en-US" dirty="0" smtClean="0"/>
          </a:p>
          <a:p>
            <a:r>
              <a:rPr lang="en-US" dirty="0" smtClean="0"/>
              <a:t>Additionally, “a program or system must be in place to plan and identify performance goals and objectives”. If there is no clear plan in place, the compensation item would not meet the definition of Bonus and would be excluded in calculating a retirement benefit. </a:t>
            </a:r>
          </a:p>
          <a:p>
            <a:endParaRPr lang="en-US" dirty="0" smtClean="0"/>
          </a:p>
          <a:p>
            <a:r>
              <a:rPr lang="en-US" dirty="0" smtClean="0"/>
              <a:t>If this pay is provided only during a member’s final compensation period, it will be considered Final Settlement Pay, and excluded from the member’s final compensation calculation. </a:t>
            </a:r>
          </a:p>
          <a:p>
            <a:endParaRPr lang="en-US" dirty="0" smtClean="0"/>
          </a:p>
          <a:p>
            <a:r>
              <a:rPr lang="en-US" dirty="0" smtClean="0"/>
              <a:t>* This item is not reportable for new members as defined by GC 7522.04(f)</a:t>
            </a:r>
            <a:endParaRPr lang="en-US" altLang="en-US" dirty="0" smtClean="0">
              <a:latin typeface="Arial" pitchFamily="34" charset="0"/>
              <a:ea typeface="ＭＳ Ｐゴシック" pitchFamily="34" charset="-128"/>
            </a:endParaRPr>
          </a:p>
          <a:p>
            <a:endParaRPr lang="en-US" altLang="en-US" dirty="0" smtClean="0">
              <a:latin typeface="Arial" pitchFamily="34" charset="0"/>
              <a:ea typeface="ＭＳ Ｐゴシック" pitchFamily="34" charset="-128"/>
            </a:endParaRPr>
          </a:p>
        </p:txBody>
      </p:sp>
      <p:sp>
        <p:nvSpPr>
          <p:cNvPr id="532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23C719D5-BE60-4DB1-A778-EAA128A181E5}" type="slidenum">
              <a:rPr lang="en-US" altLang="en-US" sz="1200" smtClean="0"/>
              <a:pPr/>
              <a:t>31</a:t>
            </a:fld>
            <a:endParaRPr lang="en-US" altLang="en-US" sz="1200"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latin typeface="Arial" pitchFamily="34" charset="0"/>
                <a:ea typeface="ＭＳ Ｐゴシック" pitchFamily="34" charset="-128"/>
              </a:rPr>
              <a:t>Lump</a:t>
            </a:r>
            <a:r>
              <a:rPr lang="en-US" altLang="en-US" baseline="0" dirty="0" smtClean="0">
                <a:latin typeface="Arial" pitchFamily="34" charset="0"/>
                <a:ea typeface="ＭＳ Ｐゴシック" pitchFamily="34" charset="-128"/>
              </a:rPr>
              <a:t> sum payments are reported similarly to retroactive adjustments. </a:t>
            </a:r>
          </a:p>
          <a:p>
            <a:endParaRPr lang="en-US" altLang="en-US" baseline="0" dirty="0" smtClean="0">
              <a:latin typeface="Arial" pitchFamily="34" charset="0"/>
              <a:ea typeface="ＭＳ Ｐゴシック" pitchFamily="34" charset="-128"/>
            </a:endParaRPr>
          </a:p>
          <a:p>
            <a:r>
              <a:rPr lang="en-US" altLang="en-US" baseline="0" dirty="0" smtClean="0">
                <a:latin typeface="Arial" pitchFamily="34" charset="0"/>
                <a:ea typeface="ＭＳ Ｐゴシック" pitchFamily="34" charset="-128"/>
              </a:rPr>
              <a:t>If you receive an lump sum payment for the entire fiscal year, the expectation is that the amount is reported over the earned period of one fiscal year and not in the pay period received. </a:t>
            </a:r>
          </a:p>
        </p:txBody>
      </p:sp>
      <p:sp>
        <p:nvSpPr>
          <p:cNvPr id="532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23C719D5-BE60-4DB1-A778-EAA128A181E5}" type="slidenum">
              <a:rPr lang="en-US" altLang="en-US" sz="1200" smtClean="0"/>
              <a:pPr/>
              <a:t>32</a:t>
            </a:fld>
            <a:endParaRPr lang="en-US" altLang="en-US" sz="1200"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latin typeface="Arial" pitchFamily="34" charset="0"/>
                <a:ea typeface="ＭＳ Ｐゴシック" pitchFamily="34" charset="-128"/>
              </a:rPr>
              <a:t>Not reportable items is a result of not meeting the criteria described</a:t>
            </a:r>
            <a:r>
              <a:rPr lang="en-US" altLang="en-US" baseline="0" dirty="0" smtClean="0">
                <a:latin typeface="Arial" pitchFamily="34" charset="0"/>
                <a:ea typeface="ＭＳ Ｐゴシック" pitchFamily="34" charset="-128"/>
              </a:rPr>
              <a:t> in either the GC or CCR. </a:t>
            </a:r>
            <a:endParaRPr lang="en-US" altLang="en-US" dirty="0" smtClean="0">
              <a:latin typeface="Arial" pitchFamily="34" charset="0"/>
              <a:ea typeface="ＭＳ Ｐゴシック" pitchFamily="34" charset="-128"/>
            </a:endParaRPr>
          </a:p>
        </p:txBody>
      </p:sp>
      <p:sp>
        <p:nvSpPr>
          <p:cNvPr id="532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23C719D5-BE60-4DB1-A778-EAA128A181E5}" type="slidenum">
              <a:rPr lang="en-US" altLang="en-US" sz="1200" smtClean="0"/>
              <a:pPr/>
              <a:t>33</a:t>
            </a:fld>
            <a:endParaRPr lang="en-US" altLang="en-US" sz="1200"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dirty="0" smtClean="0">
                <a:latin typeface="Arial" pitchFamily="34" charset="0"/>
                <a:ea typeface="ＭＳ Ｐゴシック" pitchFamily="34" charset="-128"/>
              </a:rPr>
              <a:t>Our employer education unit administers trainings at our regional</a:t>
            </a:r>
            <a:r>
              <a:rPr lang="en-US" altLang="en-US" baseline="0" dirty="0" smtClean="0">
                <a:latin typeface="Arial" pitchFamily="34" charset="0"/>
                <a:ea typeface="ＭＳ Ｐゴシック" pitchFamily="34" charset="-128"/>
              </a:rPr>
              <a:t> offices. They are great resources and often put on several trainings a month. Visit their website seen here if you are interested in attending any of them. </a:t>
            </a:r>
          </a:p>
        </p:txBody>
      </p:sp>
      <p:sp>
        <p:nvSpPr>
          <p:cNvPr id="5325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23C719D5-BE60-4DB1-A778-EAA128A181E5}" type="slidenum">
              <a:rPr lang="en-US" altLang="en-US" sz="1200" smtClean="0"/>
              <a:pPr/>
              <a:t>34</a:t>
            </a:fld>
            <a:endParaRPr lang="en-US" altLang="en-US" sz="1200"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smtClean="0">
              <a:latin typeface="Arial" pitchFamily="34" charset="0"/>
              <a:ea typeface="ＭＳ Ｐゴシック" pitchFamily="34" charset="-128"/>
            </a:endParaRPr>
          </a:p>
          <a:p>
            <a:endParaRPr lang="en-US" altLang="en-US" dirty="0" smtClean="0">
              <a:latin typeface="Arial" pitchFamily="34" charset="0"/>
              <a:ea typeface="ＭＳ Ｐゴシック" pitchFamily="34" charset="-128"/>
            </a:endParaRPr>
          </a:p>
        </p:txBody>
      </p:sp>
      <p:sp>
        <p:nvSpPr>
          <p:cNvPr id="58372"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9DC55E2B-DF80-4A69-B639-F7B8F85FC009}" type="slidenum">
              <a:rPr lang="en-US" altLang="en-US" sz="1200" smtClean="0"/>
              <a:pPr/>
              <a:t>35</a:t>
            </a:fld>
            <a:endParaRPr lang="en-US" altLang="en-US" sz="1200"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xfrm>
            <a:off x="381000" y="2057400"/>
            <a:ext cx="8305800" cy="1752600"/>
          </a:xfrm>
        </p:spPr>
        <p:txBody>
          <a:bodyPr/>
          <a:lstStyle>
            <a:lvl1pPr algn="ctr">
              <a:defRPr sz="4100">
                <a:solidFill>
                  <a:schemeClr val="bg1"/>
                </a:solidFill>
              </a:defRPr>
            </a:lvl1pPr>
          </a:lstStyle>
          <a:p>
            <a:r>
              <a:rPr lang="en-US" dirty="0"/>
              <a:t>Click to edit Master title style</a:t>
            </a:r>
          </a:p>
        </p:txBody>
      </p:sp>
      <p:sp>
        <p:nvSpPr>
          <p:cNvPr id="5123" name="Rectangle 3"/>
          <p:cNvSpPr>
            <a:spLocks noGrp="1" noChangeArrowheads="1"/>
          </p:cNvSpPr>
          <p:nvPr>
            <p:ph type="subTitle" idx="1"/>
          </p:nvPr>
        </p:nvSpPr>
        <p:spPr>
          <a:xfrm>
            <a:off x="381000" y="3886200"/>
            <a:ext cx="8305800" cy="1371600"/>
          </a:xfrm>
        </p:spPr>
        <p:txBody>
          <a:bodyPr/>
          <a:lstStyle>
            <a:lvl1pPr marL="0" indent="0" algn="ctr">
              <a:buFontTx/>
              <a:buNone/>
              <a:defRPr sz="3000" i="0">
                <a:solidFill>
                  <a:srgbClr val="FFFFFF"/>
                </a:solidFill>
              </a:defRPr>
            </a:lvl1pPr>
          </a:lstStyle>
          <a:p>
            <a:r>
              <a:rPr lang="en-US" dirty="0"/>
              <a:t>Click to edit Master subtitle </a:t>
            </a:r>
            <a:r>
              <a:rPr lang="en-US" dirty="0" smtClean="0"/>
              <a:t>style</a:t>
            </a:r>
          </a:p>
        </p:txBody>
      </p:sp>
    </p:spTree>
    <p:extLst>
      <p:ext uri="{BB962C8B-B14F-4D97-AF65-F5344CB8AC3E}">
        <p14:creationId xmlns:p14="http://schemas.microsoft.com/office/powerpoint/2010/main" val="38762717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7" name="Text Placeholder 6"/>
          <p:cNvSpPr>
            <a:spLocks noGrp="1"/>
          </p:cNvSpPr>
          <p:nvPr>
            <p:ph type="body" sz="quarter" idx="12"/>
          </p:nvPr>
        </p:nvSpPr>
        <p:spPr>
          <a:xfrm>
            <a:off x="381000" y="1905000"/>
            <a:ext cx="8305800" cy="37338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4" name="Slide Number Placeholder 4"/>
          <p:cNvSpPr>
            <a:spLocks noGrp="1"/>
          </p:cNvSpPr>
          <p:nvPr>
            <p:ph type="sldNum" sz="quarter" idx="13"/>
          </p:nvPr>
        </p:nvSpPr>
        <p:spPr/>
        <p:txBody>
          <a:bodyPr/>
          <a:lstStyle>
            <a:lvl1pPr>
              <a:defRPr/>
            </a:lvl1pPr>
          </a:lstStyle>
          <a:p>
            <a:pPr>
              <a:defRPr/>
            </a:pPr>
            <a:fld id="{FB6EA65B-CCD4-40F6-9B40-B38B2ADB4700}" type="slidenum">
              <a:rPr lang="en-US" altLang="en-US"/>
              <a:pPr>
                <a:defRPr/>
              </a:pPr>
              <a:t>‹#›</a:t>
            </a:fld>
            <a:endParaRPr lang="en-US" altLang="en-US"/>
          </a:p>
        </p:txBody>
      </p:sp>
      <p:sp>
        <p:nvSpPr>
          <p:cNvPr id="5" name="Footer Placeholder 5"/>
          <p:cNvSpPr>
            <a:spLocks noGrp="1"/>
          </p:cNvSpPr>
          <p:nvPr>
            <p:ph type="ftr" sz="quarter" idx="14"/>
          </p:nvPr>
        </p:nvSpPr>
        <p:spPr/>
        <p:txBody>
          <a:bodyPr/>
          <a:lstStyle>
            <a:lvl1pPr>
              <a:defRPr/>
            </a:lvl1pPr>
          </a:lstStyle>
          <a:p>
            <a:pPr>
              <a:defRPr/>
            </a:pPr>
            <a:r>
              <a:rPr lang="en-US" altLang="en-US"/>
              <a:t>Presentation Title</a:t>
            </a:r>
          </a:p>
        </p:txBody>
      </p:sp>
    </p:spTree>
    <p:extLst>
      <p:ext uri="{BB962C8B-B14F-4D97-AF65-F5344CB8AC3E}">
        <p14:creationId xmlns:p14="http://schemas.microsoft.com/office/powerpoint/2010/main" val="3716645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381000" y="990600"/>
            <a:ext cx="8305800" cy="1066800"/>
          </a:xfrm>
        </p:spPr>
        <p:txBody>
          <a:bodyPr/>
          <a:lstStyle/>
          <a:p>
            <a:r>
              <a:rPr lang="en-US" dirty="0" smtClean="0"/>
              <a:t>Click to edit Master title style</a:t>
            </a:r>
            <a:endParaRPr lang="en-US" dirty="0"/>
          </a:p>
        </p:txBody>
      </p:sp>
      <p:sp>
        <p:nvSpPr>
          <p:cNvPr id="9" name="Picture Placeholder 8"/>
          <p:cNvSpPr>
            <a:spLocks noGrp="1"/>
          </p:cNvSpPr>
          <p:nvPr>
            <p:ph type="pic" sz="quarter" idx="12"/>
          </p:nvPr>
        </p:nvSpPr>
        <p:spPr>
          <a:xfrm>
            <a:off x="5943600" y="1752600"/>
            <a:ext cx="2743200" cy="3962400"/>
          </a:xfrm>
        </p:spPr>
        <p:txBody>
          <a:bodyPr/>
          <a:lstStyle/>
          <a:p>
            <a:pPr lvl="0"/>
            <a:endParaRPr lang="en-US" noProof="0" dirty="0"/>
          </a:p>
        </p:txBody>
      </p:sp>
      <p:sp>
        <p:nvSpPr>
          <p:cNvPr id="11" name="Text Placeholder 10"/>
          <p:cNvSpPr>
            <a:spLocks noGrp="1"/>
          </p:cNvSpPr>
          <p:nvPr>
            <p:ph type="body" sz="quarter" idx="13"/>
          </p:nvPr>
        </p:nvSpPr>
        <p:spPr>
          <a:xfrm>
            <a:off x="381000" y="1752600"/>
            <a:ext cx="5105400" cy="39624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5" name="Slide Number Placeholder 4"/>
          <p:cNvSpPr>
            <a:spLocks noGrp="1"/>
          </p:cNvSpPr>
          <p:nvPr>
            <p:ph type="sldNum" sz="quarter" idx="14"/>
          </p:nvPr>
        </p:nvSpPr>
        <p:spPr/>
        <p:txBody>
          <a:bodyPr/>
          <a:lstStyle>
            <a:lvl1pPr>
              <a:defRPr/>
            </a:lvl1pPr>
          </a:lstStyle>
          <a:p>
            <a:pPr>
              <a:defRPr/>
            </a:pPr>
            <a:fld id="{4FEA46CE-B05F-4046-ABDC-DC05782C95BF}" type="slidenum">
              <a:rPr lang="en-US" altLang="en-US"/>
              <a:pPr>
                <a:defRPr/>
              </a:pPr>
              <a:t>‹#›</a:t>
            </a:fld>
            <a:endParaRPr lang="en-US" altLang="en-US"/>
          </a:p>
        </p:txBody>
      </p:sp>
      <p:sp>
        <p:nvSpPr>
          <p:cNvPr id="6" name="Footer Placeholder 5"/>
          <p:cNvSpPr>
            <a:spLocks noGrp="1"/>
          </p:cNvSpPr>
          <p:nvPr>
            <p:ph type="ftr" sz="quarter" idx="15"/>
          </p:nvPr>
        </p:nvSpPr>
        <p:spPr/>
        <p:txBody>
          <a:bodyPr/>
          <a:lstStyle>
            <a:lvl1pPr>
              <a:defRPr/>
            </a:lvl1pPr>
          </a:lstStyle>
          <a:p>
            <a:pPr>
              <a:defRPr/>
            </a:pPr>
            <a:r>
              <a:rPr lang="en-US" altLang="en-US"/>
              <a:t>Presentation Title</a:t>
            </a:r>
          </a:p>
        </p:txBody>
      </p:sp>
    </p:spTree>
    <p:extLst>
      <p:ext uri="{BB962C8B-B14F-4D97-AF65-F5344CB8AC3E}">
        <p14:creationId xmlns:p14="http://schemas.microsoft.com/office/powerpoint/2010/main" val="3075849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6" name="Chart Placeholder 5"/>
          <p:cNvSpPr>
            <a:spLocks noGrp="1"/>
          </p:cNvSpPr>
          <p:nvPr>
            <p:ph type="chart" sz="quarter" idx="12"/>
          </p:nvPr>
        </p:nvSpPr>
        <p:spPr>
          <a:xfrm>
            <a:off x="381000" y="1981200"/>
            <a:ext cx="8305800" cy="3733800"/>
          </a:xfrm>
        </p:spPr>
        <p:txBody>
          <a:bodyPr/>
          <a:lstStyle/>
          <a:p>
            <a:pPr lvl="0"/>
            <a:endParaRPr lang="en-US" noProof="0"/>
          </a:p>
        </p:txBody>
      </p:sp>
      <p:sp>
        <p:nvSpPr>
          <p:cNvPr id="4" name="Slide Number Placeholder 4"/>
          <p:cNvSpPr>
            <a:spLocks noGrp="1"/>
          </p:cNvSpPr>
          <p:nvPr>
            <p:ph type="sldNum" sz="quarter" idx="13"/>
          </p:nvPr>
        </p:nvSpPr>
        <p:spPr/>
        <p:txBody>
          <a:bodyPr/>
          <a:lstStyle>
            <a:lvl1pPr>
              <a:defRPr/>
            </a:lvl1pPr>
          </a:lstStyle>
          <a:p>
            <a:pPr>
              <a:defRPr/>
            </a:pPr>
            <a:fld id="{735F6804-B415-4381-9BF9-AE3786C8ACDA}" type="slidenum">
              <a:rPr lang="en-US" altLang="en-US"/>
              <a:pPr>
                <a:defRPr/>
              </a:pPr>
              <a:t>‹#›</a:t>
            </a:fld>
            <a:endParaRPr lang="en-US" altLang="en-US"/>
          </a:p>
        </p:txBody>
      </p:sp>
      <p:sp>
        <p:nvSpPr>
          <p:cNvPr id="5" name="Footer Placeholder 5"/>
          <p:cNvSpPr>
            <a:spLocks noGrp="1"/>
          </p:cNvSpPr>
          <p:nvPr>
            <p:ph type="ftr" sz="quarter" idx="14"/>
          </p:nvPr>
        </p:nvSpPr>
        <p:spPr/>
        <p:txBody>
          <a:bodyPr/>
          <a:lstStyle>
            <a:lvl1pPr>
              <a:defRPr/>
            </a:lvl1pPr>
          </a:lstStyle>
          <a:p>
            <a:pPr>
              <a:defRPr/>
            </a:pPr>
            <a:r>
              <a:rPr lang="en-US" altLang="en-US"/>
              <a:t>Presentation Title</a:t>
            </a:r>
          </a:p>
        </p:txBody>
      </p:sp>
    </p:spTree>
    <p:extLst>
      <p:ext uri="{BB962C8B-B14F-4D97-AF65-F5344CB8AC3E}">
        <p14:creationId xmlns:p14="http://schemas.microsoft.com/office/powerpoint/2010/main" val="24402399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6" name="Table Placeholder 5"/>
          <p:cNvSpPr>
            <a:spLocks noGrp="1"/>
          </p:cNvSpPr>
          <p:nvPr>
            <p:ph type="tbl" sz="quarter" idx="12"/>
          </p:nvPr>
        </p:nvSpPr>
        <p:spPr>
          <a:xfrm>
            <a:off x="381000" y="1981200"/>
            <a:ext cx="8305800" cy="3733800"/>
          </a:xfrm>
        </p:spPr>
        <p:txBody>
          <a:bodyPr/>
          <a:lstStyle/>
          <a:p>
            <a:pPr lvl="0"/>
            <a:endParaRPr lang="en-US" noProof="0"/>
          </a:p>
        </p:txBody>
      </p:sp>
      <p:sp>
        <p:nvSpPr>
          <p:cNvPr id="4" name="Slide Number Placeholder 4"/>
          <p:cNvSpPr>
            <a:spLocks noGrp="1"/>
          </p:cNvSpPr>
          <p:nvPr>
            <p:ph type="sldNum" sz="quarter" idx="13"/>
          </p:nvPr>
        </p:nvSpPr>
        <p:spPr/>
        <p:txBody>
          <a:bodyPr/>
          <a:lstStyle>
            <a:lvl1pPr>
              <a:defRPr/>
            </a:lvl1pPr>
          </a:lstStyle>
          <a:p>
            <a:pPr>
              <a:defRPr/>
            </a:pPr>
            <a:fld id="{D7B6C942-239E-4E22-81CA-A93F22960F65}" type="slidenum">
              <a:rPr lang="en-US" altLang="en-US"/>
              <a:pPr>
                <a:defRPr/>
              </a:pPr>
              <a:t>‹#›</a:t>
            </a:fld>
            <a:endParaRPr lang="en-US" altLang="en-US"/>
          </a:p>
        </p:txBody>
      </p:sp>
      <p:sp>
        <p:nvSpPr>
          <p:cNvPr id="5" name="Footer Placeholder 5"/>
          <p:cNvSpPr>
            <a:spLocks noGrp="1"/>
          </p:cNvSpPr>
          <p:nvPr>
            <p:ph type="ftr" sz="quarter" idx="14"/>
          </p:nvPr>
        </p:nvSpPr>
        <p:spPr/>
        <p:txBody>
          <a:bodyPr/>
          <a:lstStyle>
            <a:lvl1pPr>
              <a:defRPr/>
            </a:lvl1pPr>
          </a:lstStyle>
          <a:p>
            <a:pPr>
              <a:defRPr/>
            </a:pPr>
            <a:r>
              <a:rPr lang="en-US" altLang="en-US"/>
              <a:t>Presentation Title</a:t>
            </a:r>
          </a:p>
        </p:txBody>
      </p:sp>
    </p:spTree>
    <p:extLst>
      <p:ext uri="{BB962C8B-B14F-4D97-AF65-F5344CB8AC3E}">
        <p14:creationId xmlns:p14="http://schemas.microsoft.com/office/powerpoint/2010/main" val="12845692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3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720851" y="979315"/>
            <a:ext cx="6968067" cy="731839"/>
          </a:xfrm>
        </p:spPr>
        <p:txBody>
          <a:bodyPr/>
          <a:lstStyle/>
          <a:p>
            <a:r>
              <a:rPr lang="en-US" smtClean="0"/>
              <a:t>Click to edit Master title style</a:t>
            </a:r>
            <a:endParaRPr lang="en-US"/>
          </a:p>
        </p:txBody>
      </p:sp>
      <p:sp>
        <p:nvSpPr>
          <p:cNvPr id="4" name="Content Placeholder 2"/>
          <p:cNvSpPr>
            <a:spLocks noGrp="1"/>
          </p:cNvSpPr>
          <p:nvPr>
            <p:ph idx="1"/>
          </p:nvPr>
        </p:nvSpPr>
        <p:spPr>
          <a:xfrm>
            <a:off x="1720850" y="2358123"/>
            <a:ext cx="7112000" cy="4118876"/>
          </a:xfrm>
        </p:spPr>
        <p:txBody>
          <a:bodyPr/>
          <a:lstStyle>
            <a:lvl1pPr marL="236538" indent="-236538">
              <a:defRPr>
                <a:solidFill>
                  <a:srgbClr val="141313"/>
                </a:solidFill>
              </a:defRPr>
            </a:lvl1pPr>
            <a:lvl2pPr marL="742950" indent="-285750">
              <a:buFont typeface="Arial Narrow" pitchFamily="34" charset="0"/>
              <a:buChar char="–"/>
              <a:defRPr>
                <a:solidFill>
                  <a:srgbClr val="141313"/>
                </a:solidFill>
              </a:defRPr>
            </a:lvl2pPr>
            <a:lvl3pPr>
              <a:defRPr>
                <a:solidFill>
                  <a:srgbClr val="141313"/>
                </a:solidFill>
              </a:defRPr>
            </a:lvl3pPr>
          </a:lstStyle>
          <a:p>
            <a:pPr lvl="0"/>
            <a:r>
              <a:rPr lang="en-US" smtClean="0"/>
              <a:t>Click to edit Master text styles</a:t>
            </a:r>
          </a:p>
          <a:p>
            <a:pPr lvl="1"/>
            <a:r>
              <a:rPr lang="en-US" smtClean="0"/>
              <a:t>Second level</a:t>
            </a:r>
          </a:p>
          <a:p>
            <a:pPr lvl="2"/>
            <a:r>
              <a:rPr lang="en-US" smtClean="0"/>
              <a:t>Third level</a:t>
            </a:r>
          </a:p>
        </p:txBody>
      </p:sp>
      <p:sp>
        <p:nvSpPr>
          <p:cNvPr id="13" name="Text Placeholder 12"/>
          <p:cNvSpPr>
            <a:spLocks noGrp="1"/>
          </p:cNvSpPr>
          <p:nvPr>
            <p:ph type="body" sz="quarter" idx="10"/>
          </p:nvPr>
        </p:nvSpPr>
        <p:spPr>
          <a:xfrm>
            <a:off x="1720850" y="1681578"/>
            <a:ext cx="6980238" cy="613833"/>
          </a:xfrm>
        </p:spPr>
        <p:txBody>
          <a:bodyPr/>
          <a:lstStyle>
            <a:lvl1pPr marL="0" indent="0">
              <a:buNone/>
              <a:defRPr>
                <a:solidFill>
                  <a:schemeClr val="accent3"/>
                </a:solidFill>
              </a:defRPr>
            </a:lvl1pPr>
          </a:lstStyle>
          <a:p>
            <a:pPr lvl="0"/>
            <a:r>
              <a:rPr lang="en-US" smtClean="0"/>
              <a:t>Click to edit Master text styles</a:t>
            </a:r>
          </a:p>
        </p:txBody>
      </p:sp>
    </p:spTree>
    <p:extLst>
      <p:ext uri="{BB962C8B-B14F-4D97-AF65-F5344CB8AC3E}">
        <p14:creationId xmlns:p14="http://schemas.microsoft.com/office/powerpoint/2010/main" val="1203536657"/>
      </p:ext>
    </p:extLst>
  </p:cSld>
  <p:clrMapOvr>
    <a:masterClrMapping/>
  </p:clrMapOvr>
  <p:transition/>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8"/>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990600"/>
            <a:ext cx="8305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381000" y="1676400"/>
            <a:ext cx="83058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p:txBody>
      </p:sp>
      <p:sp>
        <p:nvSpPr>
          <p:cNvPr id="5" name="Slide Number Placeholder 4"/>
          <p:cNvSpPr>
            <a:spLocks noGrp="1"/>
          </p:cNvSpPr>
          <p:nvPr>
            <p:ph type="sldNum" sz="quarter" idx="4"/>
          </p:nvPr>
        </p:nvSpPr>
        <p:spPr>
          <a:xfrm>
            <a:off x="6553200" y="624840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400">
                <a:solidFill>
                  <a:srgbClr val="8992AC"/>
                </a:solidFill>
                <a:latin typeface="Arial Narrow" pitchFamily="34" charset="0"/>
              </a:defRPr>
            </a:lvl1pPr>
          </a:lstStyle>
          <a:p>
            <a:pPr>
              <a:defRPr/>
            </a:pPr>
            <a:fld id="{32A6CB2F-B29B-43B1-A0EC-7A73FABADC46}" type="slidenum">
              <a:rPr lang="en-US" altLang="en-US"/>
              <a:pPr>
                <a:defRPr/>
              </a:pPr>
              <a:t>‹#›</a:t>
            </a:fld>
            <a:endParaRPr lang="en-US" altLang="en-US"/>
          </a:p>
        </p:txBody>
      </p:sp>
      <p:sp>
        <p:nvSpPr>
          <p:cNvPr id="6" name="Footer Placeholder 5"/>
          <p:cNvSpPr>
            <a:spLocks noGrp="1"/>
          </p:cNvSpPr>
          <p:nvPr>
            <p:ph type="ftr" sz="quarter" idx="3"/>
          </p:nvPr>
        </p:nvSpPr>
        <p:spPr>
          <a:xfrm>
            <a:off x="381000" y="228600"/>
            <a:ext cx="8305800" cy="365125"/>
          </a:xfrm>
          <a:prstGeom prst="rect">
            <a:avLst/>
          </a:prstGeom>
        </p:spPr>
        <p:txBody>
          <a:bodyPr vert="horz" wrap="square" lIns="91440" tIns="45720" rIns="91440" bIns="45720" numCol="1" anchor="t" anchorCtr="0" compatLnSpc="1">
            <a:prstTxWarp prst="textNoShape">
              <a:avLst/>
            </a:prstTxWarp>
          </a:bodyPr>
          <a:lstStyle>
            <a:lvl1pPr>
              <a:defRPr sz="1500">
                <a:solidFill>
                  <a:srgbClr val="166494"/>
                </a:solidFill>
                <a:latin typeface="Arial Narrow" pitchFamily="34" charset="0"/>
              </a:defRPr>
            </a:lvl1pPr>
          </a:lstStyle>
          <a:p>
            <a:pPr>
              <a:defRPr/>
            </a:pPr>
            <a:r>
              <a:rPr lang="en-US" altLang="en-US"/>
              <a:t>Presentation Title</a:t>
            </a:r>
          </a:p>
        </p:txBody>
      </p:sp>
    </p:spTree>
  </p:cSld>
  <p:clrMap bg1="lt1" tx1="dk1" bg2="lt2" tx2="dk2" accent1="accent1" accent2="accent2" accent3="accent3" accent4="accent4" accent5="accent5" accent6="accent6" hlink="hlink" folHlink="folHlink"/>
  <p:sldLayoutIdLst>
    <p:sldLayoutId id="2147483788" r:id="rId1"/>
    <p:sldLayoutId id="2147483784" r:id="rId2"/>
    <p:sldLayoutId id="2147483785" r:id="rId3"/>
    <p:sldLayoutId id="2147483786" r:id="rId4"/>
    <p:sldLayoutId id="2147483787" r:id="rId5"/>
    <p:sldLayoutId id="2147483789" r:id="rId6"/>
  </p:sldLayoutIdLst>
  <p:hf hdr="0" dt="0"/>
  <p:txStyles>
    <p:titleStyle>
      <a:lvl1pPr algn="l" rtl="0" eaLnBrk="0" fontAlgn="base" hangingPunct="0">
        <a:spcBef>
          <a:spcPct val="0"/>
        </a:spcBef>
        <a:spcAft>
          <a:spcPct val="0"/>
        </a:spcAft>
        <a:defRPr sz="3600">
          <a:solidFill>
            <a:srgbClr val="606060"/>
          </a:solidFill>
          <a:latin typeface="+mj-lt"/>
          <a:ea typeface="+mj-ea"/>
          <a:cs typeface="+mj-cs"/>
        </a:defRPr>
      </a:lvl1pPr>
      <a:lvl2pPr algn="l" rtl="0" eaLnBrk="0" fontAlgn="base" hangingPunct="0">
        <a:spcBef>
          <a:spcPct val="0"/>
        </a:spcBef>
        <a:spcAft>
          <a:spcPct val="0"/>
        </a:spcAft>
        <a:defRPr sz="3600">
          <a:solidFill>
            <a:srgbClr val="606060"/>
          </a:solidFill>
          <a:latin typeface="Arial Narrow" charset="0"/>
          <a:ea typeface="ＭＳ Ｐゴシック" pitchFamily="1" charset="-128"/>
          <a:cs typeface="ＭＳ Ｐゴシック" pitchFamily="1" charset="-128"/>
        </a:defRPr>
      </a:lvl2pPr>
      <a:lvl3pPr algn="l" rtl="0" eaLnBrk="0" fontAlgn="base" hangingPunct="0">
        <a:spcBef>
          <a:spcPct val="0"/>
        </a:spcBef>
        <a:spcAft>
          <a:spcPct val="0"/>
        </a:spcAft>
        <a:defRPr sz="3600">
          <a:solidFill>
            <a:srgbClr val="606060"/>
          </a:solidFill>
          <a:latin typeface="Arial Narrow" charset="0"/>
          <a:ea typeface="ＭＳ Ｐゴシック" pitchFamily="1" charset="-128"/>
          <a:cs typeface="ＭＳ Ｐゴシック" pitchFamily="1" charset="-128"/>
        </a:defRPr>
      </a:lvl3pPr>
      <a:lvl4pPr algn="l" rtl="0" eaLnBrk="0" fontAlgn="base" hangingPunct="0">
        <a:spcBef>
          <a:spcPct val="0"/>
        </a:spcBef>
        <a:spcAft>
          <a:spcPct val="0"/>
        </a:spcAft>
        <a:defRPr sz="3600">
          <a:solidFill>
            <a:srgbClr val="606060"/>
          </a:solidFill>
          <a:latin typeface="Arial Narrow" charset="0"/>
          <a:ea typeface="ＭＳ Ｐゴシック" pitchFamily="1" charset="-128"/>
          <a:cs typeface="ＭＳ Ｐゴシック" pitchFamily="1" charset="-128"/>
        </a:defRPr>
      </a:lvl4pPr>
      <a:lvl5pPr algn="l" rtl="0" eaLnBrk="0" fontAlgn="base" hangingPunct="0">
        <a:spcBef>
          <a:spcPct val="0"/>
        </a:spcBef>
        <a:spcAft>
          <a:spcPct val="0"/>
        </a:spcAft>
        <a:defRPr sz="3600">
          <a:solidFill>
            <a:srgbClr val="606060"/>
          </a:solidFill>
          <a:latin typeface="Arial Narrow" charset="0"/>
          <a:ea typeface="ＭＳ Ｐゴシック" pitchFamily="1" charset="-128"/>
          <a:cs typeface="ＭＳ Ｐゴシック" pitchFamily="1" charset="-128"/>
        </a:defRPr>
      </a:lvl5pPr>
      <a:lvl6pPr marL="457200" algn="l" rtl="0" fontAlgn="base">
        <a:spcBef>
          <a:spcPct val="0"/>
        </a:spcBef>
        <a:spcAft>
          <a:spcPct val="0"/>
        </a:spcAft>
        <a:defRPr sz="3600">
          <a:solidFill>
            <a:schemeClr val="tx2"/>
          </a:solidFill>
          <a:latin typeface="Arial Narrow" charset="0"/>
          <a:ea typeface="ＭＳ Ｐゴシック" pitchFamily="1" charset="-128"/>
          <a:cs typeface="ＭＳ Ｐゴシック" pitchFamily="1" charset="-128"/>
        </a:defRPr>
      </a:lvl6pPr>
      <a:lvl7pPr marL="914400" algn="l" rtl="0" fontAlgn="base">
        <a:spcBef>
          <a:spcPct val="0"/>
        </a:spcBef>
        <a:spcAft>
          <a:spcPct val="0"/>
        </a:spcAft>
        <a:defRPr sz="3600">
          <a:solidFill>
            <a:schemeClr val="tx2"/>
          </a:solidFill>
          <a:latin typeface="Arial Narrow" charset="0"/>
          <a:ea typeface="ＭＳ Ｐゴシック" pitchFamily="1" charset="-128"/>
          <a:cs typeface="ＭＳ Ｐゴシック" pitchFamily="1" charset="-128"/>
        </a:defRPr>
      </a:lvl7pPr>
      <a:lvl8pPr marL="1371600" algn="l" rtl="0" fontAlgn="base">
        <a:spcBef>
          <a:spcPct val="0"/>
        </a:spcBef>
        <a:spcAft>
          <a:spcPct val="0"/>
        </a:spcAft>
        <a:defRPr sz="3600">
          <a:solidFill>
            <a:schemeClr val="tx2"/>
          </a:solidFill>
          <a:latin typeface="Arial Narrow" charset="0"/>
          <a:ea typeface="ＭＳ Ｐゴシック" pitchFamily="1" charset="-128"/>
          <a:cs typeface="ＭＳ Ｐゴシック" pitchFamily="1" charset="-128"/>
        </a:defRPr>
      </a:lvl8pPr>
      <a:lvl9pPr marL="1828800" algn="l" rtl="0" fontAlgn="base">
        <a:spcBef>
          <a:spcPct val="0"/>
        </a:spcBef>
        <a:spcAft>
          <a:spcPct val="0"/>
        </a:spcAft>
        <a:defRPr sz="3600">
          <a:solidFill>
            <a:schemeClr val="tx2"/>
          </a:solidFill>
          <a:latin typeface="Arial Narrow" charset="0"/>
          <a:ea typeface="ＭＳ Ｐゴシック" pitchFamily="1" charset="-128"/>
          <a:cs typeface="ＭＳ Ｐゴシック" pitchFamily="1" charset="-128"/>
        </a:defRPr>
      </a:lvl9pPr>
    </p:titleStyle>
    <p:bodyStyle>
      <a:lvl1pPr marL="342900" indent="-342900" algn="l" rtl="0" eaLnBrk="0" fontAlgn="base" hangingPunct="0">
        <a:spcBef>
          <a:spcPct val="20000"/>
        </a:spcBef>
        <a:spcAft>
          <a:spcPct val="0"/>
        </a:spcAft>
        <a:buChar char="•"/>
        <a:defRPr sz="2800">
          <a:solidFill>
            <a:srgbClr val="606060"/>
          </a:solidFill>
          <a:latin typeface="+mn-lt"/>
          <a:ea typeface="+mn-ea"/>
          <a:cs typeface="+mn-cs"/>
        </a:defRPr>
      </a:lvl1pPr>
      <a:lvl2pPr marL="742950" indent="-285750" algn="l" rtl="0" eaLnBrk="0" fontAlgn="base" hangingPunct="0">
        <a:spcBef>
          <a:spcPct val="20000"/>
        </a:spcBef>
        <a:spcAft>
          <a:spcPct val="0"/>
        </a:spcAft>
        <a:buFont typeface="Times" pitchFamily="18" charset="0"/>
        <a:buChar char="-"/>
        <a:defRPr sz="2600">
          <a:solidFill>
            <a:srgbClr val="606060"/>
          </a:solidFill>
          <a:latin typeface="+mn-lt"/>
          <a:ea typeface="+mn-ea"/>
          <a:cs typeface="+mn-cs"/>
        </a:defRPr>
      </a:lvl2pPr>
      <a:lvl3pPr marL="1143000" indent="-228600" algn="l" rtl="0" eaLnBrk="0" fontAlgn="base" hangingPunct="0">
        <a:spcBef>
          <a:spcPct val="20000"/>
        </a:spcBef>
        <a:spcAft>
          <a:spcPct val="0"/>
        </a:spcAft>
        <a:buChar char="•"/>
        <a:defRPr sz="2400">
          <a:solidFill>
            <a:srgbClr val="606060"/>
          </a:solidFill>
          <a:latin typeface="+mn-lt"/>
          <a:ea typeface="+mn-ea"/>
          <a:cs typeface="+mn-cs"/>
        </a:defRPr>
      </a:lvl3pPr>
      <a:lvl4pPr marL="1600200" indent="-228600" algn="l" rtl="0" eaLnBrk="0" fontAlgn="base" hangingPunct="0">
        <a:spcBef>
          <a:spcPct val="20000"/>
        </a:spcBef>
        <a:spcAft>
          <a:spcPct val="0"/>
        </a:spcAft>
        <a:buChar char="-"/>
        <a:defRPr sz="2200">
          <a:solidFill>
            <a:srgbClr val="606060"/>
          </a:solidFill>
          <a:latin typeface="+mn-lt"/>
          <a:ea typeface="+mn-ea"/>
          <a:cs typeface="+mn-cs"/>
        </a:defRPr>
      </a:lvl4pPr>
      <a:lvl5pPr marL="2057400" indent="-228600" algn="l" rtl="0" eaLnBrk="0" fontAlgn="base" hangingPunct="0">
        <a:spcBef>
          <a:spcPct val="20000"/>
        </a:spcBef>
        <a:spcAft>
          <a:spcPct val="0"/>
        </a:spcAft>
        <a:defRPr sz="2200">
          <a:solidFill>
            <a:schemeClr val="tx1"/>
          </a:solidFill>
          <a:latin typeface="+mn-lt"/>
          <a:ea typeface="+mn-ea"/>
          <a:cs typeface="+mn-cs"/>
        </a:defRPr>
      </a:lvl5pPr>
      <a:lvl6pPr marL="2514600" indent="-228600" algn="l" rtl="0" fontAlgn="base">
        <a:spcBef>
          <a:spcPct val="20000"/>
        </a:spcBef>
        <a:spcAft>
          <a:spcPct val="0"/>
        </a:spcAft>
        <a:defRPr sz="2200">
          <a:solidFill>
            <a:schemeClr val="tx1"/>
          </a:solidFill>
          <a:latin typeface="+mn-lt"/>
          <a:ea typeface="+mn-ea"/>
          <a:cs typeface="+mn-cs"/>
        </a:defRPr>
      </a:lvl6pPr>
      <a:lvl7pPr marL="2971800" indent="-228600" algn="l" rtl="0" fontAlgn="base">
        <a:spcBef>
          <a:spcPct val="20000"/>
        </a:spcBef>
        <a:spcAft>
          <a:spcPct val="0"/>
        </a:spcAft>
        <a:defRPr sz="2200">
          <a:solidFill>
            <a:schemeClr val="tx1"/>
          </a:solidFill>
          <a:latin typeface="+mn-lt"/>
          <a:ea typeface="+mn-ea"/>
          <a:cs typeface="+mn-cs"/>
        </a:defRPr>
      </a:lvl7pPr>
      <a:lvl8pPr marL="3429000" indent="-228600" algn="l" rtl="0" fontAlgn="base">
        <a:spcBef>
          <a:spcPct val="20000"/>
        </a:spcBef>
        <a:spcAft>
          <a:spcPct val="0"/>
        </a:spcAft>
        <a:defRPr sz="2200">
          <a:solidFill>
            <a:schemeClr val="tx1"/>
          </a:solidFill>
          <a:latin typeface="+mn-lt"/>
          <a:ea typeface="+mn-ea"/>
          <a:cs typeface="+mn-cs"/>
        </a:defRPr>
      </a:lvl8pPr>
      <a:lvl9pPr marL="3886200" indent="-228600" algn="l" rtl="0" fontAlgn="base">
        <a:spcBef>
          <a:spcPct val="20000"/>
        </a:spcBef>
        <a:spcAft>
          <a:spcPct val="0"/>
        </a:spcAft>
        <a:defRPr sz="2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s://www.calpers.ca.gov/docs/circular-letters/2016/200-015-16.pdf" TargetMode="External"/><Relationship Id="rId2" Type="http://schemas.openxmlformats.org/officeDocument/2006/relationships/hyperlink" Target="https://www.calpers.ca.gov/docs/course-103.pdf"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calpers.ca.gov/docs/course-204.pdf" TargetMode="External"/><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381000" y="1828800"/>
            <a:ext cx="8305800" cy="987425"/>
          </a:xfrm>
        </p:spPr>
        <p:txBody>
          <a:bodyPr/>
          <a:lstStyle/>
          <a:p>
            <a:pPr eaLnBrk="1" hangingPunct="1"/>
            <a:r>
              <a:rPr lang="en-US" altLang="en-US" smtClean="0"/>
              <a:t>CalPERS Public Agency Reviews</a:t>
            </a:r>
          </a:p>
        </p:txBody>
      </p:sp>
      <p:sp>
        <p:nvSpPr>
          <p:cNvPr id="4099" name="Rectangle 3"/>
          <p:cNvSpPr>
            <a:spLocks noGrp="1" noChangeArrowheads="1"/>
          </p:cNvSpPr>
          <p:nvPr>
            <p:ph type="subTitle" idx="1"/>
          </p:nvPr>
        </p:nvSpPr>
        <p:spPr>
          <a:xfrm>
            <a:off x="381000" y="3886200"/>
            <a:ext cx="8305800" cy="1039813"/>
          </a:xfrm>
        </p:spPr>
        <p:txBody>
          <a:bodyPr/>
          <a:lstStyle/>
          <a:p>
            <a:pPr eaLnBrk="1" hangingPunct="1"/>
            <a:r>
              <a:rPr lang="en-US" altLang="en-US" dirty="0" smtClean="0"/>
              <a:t>Edward Fama, Associate Program Auditor</a:t>
            </a:r>
          </a:p>
          <a:p>
            <a:pPr eaLnBrk="1" hangingPunct="1"/>
            <a:r>
              <a:rPr lang="en-US" altLang="en-US" dirty="0" smtClean="0"/>
              <a:t>Michelle O’Connor, CPA, Staff Program Auditor</a:t>
            </a:r>
          </a:p>
          <a:p>
            <a:pPr eaLnBrk="1" hangingPunct="1"/>
            <a:r>
              <a:rPr lang="en-US" altLang="en-US" dirty="0" smtClean="0"/>
              <a:t>Chris Wall, MBA, Senior Program Auditor </a:t>
            </a:r>
          </a:p>
          <a:p>
            <a:pPr eaLnBrk="1" hangingPunct="1"/>
            <a:r>
              <a:rPr lang="en-US" altLang="en-US" dirty="0" smtClean="0"/>
              <a:t>Office of Audit Services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itle 3"/>
          <p:cNvSpPr>
            <a:spLocks noGrp="1"/>
          </p:cNvSpPr>
          <p:nvPr>
            <p:ph type="title"/>
          </p:nvPr>
        </p:nvSpPr>
        <p:spPr/>
        <p:txBody>
          <a:bodyPr/>
          <a:lstStyle/>
          <a:p>
            <a:r>
              <a:rPr lang="en-US" altLang="en-US" smtClean="0"/>
              <a:t>Session Agenda</a:t>
            </a:r>
          </a:p>
        </p:txBody>
      </p:sp>
      <p:sp>
        <p:nvSpPr>
          <p:cNvPr id="5124" name="Content Placeholder 4"/>
          <p:cNvSpPr>
            <a:spLocks noGrp="1"/>
          </p:cNvSpPr>
          <p:nvPr>
            <p:ph idx="4294967295"/>
          </p:nvPr>
        </p:nvSpPr>
        <p:spPr/>
        <p:txBody>
          <a:bodyPr/>
          <a:lstStyle/>
          <a:p>
            <a:r>
              <a:rPr lang="en-US" altLang="en-US" dirty="0" smtClean="0"/>
              <a:t>Purpose of a Review</a:t>
            </a:r>
          </a:p>
          <a:p>
            <a:r>
              <a:rPr lang="en-US" altLang="en-US" dirty="0" smtClean="0"/>
              <a:t>Review Process</a:t>
            </a:r>
          </a:p>
          <a:p>
            <a:r>
              <a:rPr lang="en-US" altLang="en-US" dirty="0" smtClean="0"/>
              <a:t>Common Findings</a:t>
            </a:r>
          </a:p>
          <a:p>
            <a:r>
              <a:rPr lang="en-US" altLang="en-US" dirty="0" smtClean="0"/>
              <a:t>Q &amp; A</a:t>
            </a:r>
          </a:p>
        </p:txBody>
      </p:sp>
      <p:sp>
        <p:nvSpPr>
          <p:cNvPr id="5125" name="Slide Number Placeholder 5"/>
          <p:cNvSpPr>
            <a:spLocks noGrp="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606060"/>
                </a:solidFill>
                <a:latin typeface="Arial Narrow" pitchFamily="34" charset="0"/>
                <a:ea typeface="ＭＳ Ｐゴシック" pitchFamily="34" charset="-128"/>
              </a:defRPr>
            </a:lvl1pPr>
            <a:lvl2pPr marL="37931725" indent="-37474525">
              <a:spcBef>
                <a:spcPct val="20000"/>
              </a:spcBef>
              <a:buFont typeface="Times" pitchFamily="18" charset="0"/>
              <a:buChar char="-"/>
              <a:defRPr sz="2600">
                <a:solidFill>
                  <a:srgbClr val="606060"/>
                </a:solidFill>
                <a:latin typeface="Arial Narrow" pitchFamily="34" charset="0"/>
                <a:ea typeface="ＭＳ Ｐゴシック" pitchFamily="34" charset="-128"/>
              </a:defRPr>
            </a:lvl2pPr>
            <a:lvl3pPr marL="1143000" indent="-228600">
              <a:spcBef>
                <a:spcPct val="20000"/>
              </a:spcBef>
              <a:buChar char="•"/>
              <a:defRPr sz="2400">
                <a:solidFill>
                  <a:srgbClr val="606060"/>
                </a:solidFill>
                <a:latin typeface="Arial Narrow" pitchFamily="34" charset="0"/>
                <a:ea typeface="ＭＳ Ｐゴシック" pitchFamily="34" charset="-128"/>
              </a:defRPr>
            </a:lvl3pPr>
            <a:lvl4pPr marL="1600200" indent="-228600">
              <a:spcBef>
                <a:spcPct val="20000"/>
              </a:spcBef>
              <a:buChar char="-"/>
              <a:defRPr sz="2200">
                <a:solidFill>
                  <a:srgbClr val="606060"/>
                </a:solidFill>
                <a:latin typeface="Arial Narrow" pitchFamily="34" charset="0"/>
                <a:ea typeface="ＭＳ Ｐゴシック" pitchFamily="34" charset="-128"/>
              </a:defRPr>
            </a:lvl4pPr>
            <a:lvl5pPr marL="2057400" indent="-228600">
              <a:spcBef>
                <a:spcPct val="20000"/>
              </a:spcBef>
              <a:defRPr sz="2200">
                <a:solidFill>
                  <a:schemeClr val="tx1"/>
                </a:solidFill>
                <a:latin typeface="Arial Narrow" pitchFamily="34" charset="0"/>
                <a:ea typeface="ＭＳ Ｐゴシック" pitchFamily="34" charset="-128"/>
              </a:defRPr>
            </a:lvl5pPr>
            <a:lvl6pPr marL="25146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6pPr>
            <a:lvl7pPr marL="29718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7pPr>
            <a:lvl8pPr marL="34290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8pPr>
            <a:lvl9pPr marL="38862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9pPr>
          </a:lstStyle>
          <a:p>
            <a:pPr>
              <a:spcBef>
                <a:spcPct val="0"/>
              </a:spcBef>
              <a:buFontTx/>
              <a:buNone/>
            </a:pPr>
            <a:fld id="{55637506-2A54-455A-B423-2121CC173BA8}" type="slidenum">
              <a:rPr lang="en-US" altLang="en-US" sz="1400" smtClean="0">
                <a:solidFill>
                  <a:srgbClr val="8992AC"/>
                </a:solidFill>
              </a:rPr>
              <a:pPr>
                <a:spcBef>
                  <a:spcPct val="0"/>
                </a:spcBef>
                <a:buFontTx/>
                <a:buNone/>
              </a:pPr>
              <a:t>2</a:t>
            </a:fld>
            <a:endParaRPr lang="en-US" altLang="en-US" sz="1400" smtClean="0">
              <a:solidFill>
                <a:srgbClr val="8992AC"/>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ctrTitle"/>
          </p:nvPr>
        </p:nvSpPr>
        <p:spPr/>
        <p:txBody>
          <a:bodyPr/>
          <a:lstStyle/>
          <a:p>
            <a:r>
              <a:rPr lang="en-US" altLang="en-US" sz="3600" u="sng" smtClean="0"/>
              <a:t>Benefits of a Review</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5"/>
          <p:cNvSpPr>
            <a:spLocks noGrp="1"/>
          </p:cNvSpPr>
          <p:nvPr>
            <p:ph type="title"/>
          </p:nvPr>
        </p:nvSpPr>
        <p:spPr/>
        <p:txBody>
          <a:bodyPr/>
          <a:lstStyle/>
          <a:p>
            <a:r>
              <a:rPr lang="fr-FR" altLang="en-US" smtClean="0"/>
              <a:t>Authority to Review</a:t>
            </a:r>
            <a:endParaRPr lang="en-US" altLang="en-US" smtClean="0"/>
          </a:p>
        </p:txBody>
      </p:sp>
      <p:sp>
        <p:nvSpPr>
          <p:cNvPr id="7171" name="Text Placeholder 6"/>
          <p:cNvSpPr>
            <a:spLocks noGrp="1"/>
          </p:cNvSpPr>
          <p:nvPr>
            <p:ph type="body" sz="quarter" idx="12"/>
          </p:nvPr>
        </p:nvSpPr>
        <p:spPr/>
        <p:txBody>
          <a:bodyPr/>
          <a:lstStyle/>
          <a:p>
            <a:r>
              <a:rPr lang="en-US" altLang="en-US" smtClean="0"/>
              <a:t>CalPERS Contract</a:t>
            </a:r>
          </a:p>
          <a:p>
            <a:r>
              <a:rPr lang="en-US" altLang="en-US" smtClean="0"/>
              <a:t>Audits-Employer Information </a:t>
            </a:r>
          </a:p>
          <a:p>
            <a:pPr lvl="1"/>
            <a:r>
              <a:rPr lang="en-US" altLang="en-US" smtClean="0"/>
              <a:t>California Government Code Section 20222.5</a:t>
            </a:r>
          </a:p>
          <a:p>
            <a:r>
              <a:rPr lang="en-US" altLang="en-US" smtClean="0"/>
              <a:t>Confidentiality of Information</a:t>
            </a:r>
          </a:p>
          <a:p>
            <a:pPr lvl="1"/>
            <a:r>
              <a:rPr lang="en-US" altLang="en-US" smtClean="0"/>
              <a:t>California Government Code Section 20230</a:t>
            </a:r>
          </a:p>
        </p:txBody>
      </p:sp>
      <p:sp>
        <p:nvSpPr>
          <p:cNvPr id="7172" name="Slide Number Placeholder 3"/>
          <p:cNvSpPr>
            <a:spLocks noGrp="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606060"/>
                </a:solidFill>
                <a:latin typeface="Arial Narrow" pitchFamily="34" charset="0"/>
                <a:ea typeface="ＭＳ Ｐゴシック" pitchFamily="34" charset="-128"/>
              </a:defRPr>
            </a:lvl1pPr>
            <a:lvl2pPr marL="742950" indent="-285750">
              <a:spcBef>
                <a:spcPct val="20000"/>
              </a:spcBef>
              <a:buFont typeface="Times" pitchFamily="18" charset="0"/>
              <a:buChar char="-"/>
              <a:defRPr sz="2600">
                <a:solidFill>
                  <a:srgbClr val="606060"/>
                </a:solidFill>
                <a:latin typeface="Arial Narrow" pitchFamily="34" charset="0"/>
                <a:ea typeface="ＭＳ Ｐゴシック" pitchFamily="34" charset="-128"/>
              </a:defRPr>
            </a:lvl2pPr>
            <a:lvl3pPr marL="1143000" indent="-228600">
              <a:spcBef>
                <a:spcPct val="20000"/>
              </a:spcBef>
              <a:buChar char="•"/>
              <a:defRPr sz="2400">
                <a:solidFill>
                  <a:srgbClr val="606060"/>
                </a:solidFill>
                <a:latin typeface="Arial Narrow" pitchFamily="34" charset="0"/>
                <a:ea typeface="ＭＳ Ｐゴシック" pitchFamily="34" charset="-128"/>
              </a:defRPr>
            </a:lvl3pPr>
            <a:lvl4pPr marL="1600200" indent="-228600">
              <a:spcBef>
                <a:spcPct val="20000"/>
              </a:spcBef>
              <a:buChar char="-"/>
              <a:defRPr sz="2200">
                <a:solidFill>
                  <a:srgbClr val="606060"/>
                </a:solidFill>
                <a:latin typeface="Arial Narrow" pitchFamily="34" charset="0"/>
                <a:ea typeface="ＭＳ Ｐゴシック" pitchFamily="34" charset="-128"/>
              </a:defRPr>
            </a:lvl4pPr>
            <a:lvl5pPr marL="2057400" indent="-228600">
              <a:spcBef>
                <a:spcPct val="20000"/>
              </a:spcBef>
              <a:defRPr sz="2200">
                <a:solidFill>
                  <a:schemeClr val="tx1"/>
                </a:solidFill>
                <a:latin typeface="Arial Narrow" pitchFamily="34" charset="0"/>
                <a:ea typeface="ＭＳ Ｐゴシック" pitchFamily="34" charset="-128"/>
              </a:defRPr>
            </a:lvl5pPr>
            <a:lvl6pPr marL="25146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6pPr>
            <a:lvl7pPr marL="29718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7pPr>
            <a:lvl8pPr marL="34290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8pPr>
            <a:lvl9pPr marL="38862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9pPr>
          </a:lstStyle>
          <a:p>
            <a:pPr>
              <a:spcBef>
                <a:spcPct val="0"/>
              </a:spcBef>
              <a:buFontTx/>
              <a:buNone/>
            </a:pPr>
            <a:fld id="{FFB14089-DAE7-48EB-B560-47D926CBDE09}" type="slidenum">
              <a:rPr lang="en-US" altLang="en-US" sz="1400" smtClean="0">
                <a:solidFill>
                  <a:srgbClr val="8992AC"/>
                </a:solidFill>
              </a:rPr>
              <a:pPr>
                <a:spcBef>
                  <a:spcPct val="0"/>
                </a:spcBef>
                <a:buFontTx/>
                <a:buNone/>
              </a:pPr>
              <a:t>4</a:t>
            </a:fld>
            <a:endParaRPr lang="en-US" altLang="en-US" sz="1400" smtClean="0">
              <a:solidFill>
                <a:srgbClr val="8992AC"/>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5"/>
          <p:cNvSpPr>
            <a:spLocks noGrp="1"/>
          </p:cNvSpPr>
          <p:nvPr>
            <p:ph type="title"/>
          </p:nvPr>
        </p:nvSpPr>
        <p:spPr/>
        <p:txBody>
          <a:bodyPr/>
          <a:lstStyle/>
          <a:p>
            <a:r>
              <a:rPr lang="fr-FR" altLang="en-US" dirty="0" err="1" smtClean="0"/>
              <a:t>Benefits</a:t>
            </a:r>
            <a:r>
              <a:rPr lang="fr-FR" altLang="en-US" dirty="0" smtClean="0"/>
              <a:t> of a </a:t>
            </a:r>
            <a:r>
              <a:rPr lang="fr-FR" altLang="en-US" dirty="0" err="1" smtClean="0"/>
              <a:t>Review</a:t>
            </a:r>
            <a:endParaRPr lang="en-US" altLang="en-US" dirty="0" smtClean="0"/>
          </a:p>
        </p:txBody>
      </p:sp>
      <p:sp>
        <p:nvSpPr>
          <p:cNvPr id="8195" name="Text Placeholder 6"/>
          <p:cNvSpPr>
            <a:spLocks noGrp="1"/>
          </p:cNvSpPr>
          <p:nvPr>
            <p:ph type="body" sz="quarter" idx="12"/>
          </p:nvPr>
        </p:nvSpPr>
        <p:spPr/>
        <p:txBody>
          <a:bodyPr/>
          <a:lstStyle/>
          <a:p>
            <a:r>
              <a:rPr lang="en-US" altLang="en-US" dirty="0" smtClean="0"/>
              <a:t>Ensure compliance with PERL</a:t>
            </a:r>
          </a:p>
          <a:p>
            <a:r>
              <a:rPr lang="en-US" altLang="en-US" dirty="0" smtClean="0"/>
              <a:t>Provide training opportunity</a:t>
            </a:r>
          </a:p>
          <a:p>
            <a:r>
              <a:rPr lang="en-US" altLang="en-US" dirty="0" smtClean="0"/>
              <a:t>Improve processes</a:t>
            </a:r>
          </a:p>
          <a:p>
            <a:r>
              <a:rPr lang="en-US" altLang="en-US" dirty="0" smtClean="0"/>
              <a:t>Provide updates on business rules</a:t>
            </a:r>
          </a:p>
          <a:p>
            <a:r>
              <a:rPr lang="en-US" altLang="en-US" dirty="0" smtClean="0"/>
              <a:t>Provide assurance</a:t>
            </a:r>
          </a:p>
        </p:txBody>
      </p:sp>
      <p:sp>
        <p:nvSpPr>
          <p:cNvPr id="8196" name="Slide Number Placeholder 3"/>
          <p:cNvSpPr>
            <a:spLocks noGrp="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606060"/>
                </a:solidFill>
                <a:latin typeface="Arial Narrow" pitchFamily="34" charset="0"/>
                <a:ea typeface="ＭＳ Ｐゴシック" pitchFamily="34" charset="-128"/>
              </a:defRPr>
            </a:lvl1pPr>
            <a:lvl2pPr marL="742950" indent="-285750">
              <a:spcBef>
                <a:spcPct val="20000"/>
              </a:spcBef>
              <a:buFont typeface="Times" pitchFamily="18" charset="0"/>
              <a:buChar char="-"/>
              <a:defRPr sz="2600">
                <a:solidFill>
                  <a:srgbClr val="606060"/>
                </a:solidFill>
                <a:latin typeface="Arial Narrow" pitchFamily="34" charset="0"/>
                <a:ea typeface="ＭＳ Ｐゴシック" pitchFamily="34" charset="-128"/>
              </a:defRPr>
            </a:lvl2pPr>
            <a:lvl3pPr marL="1143000" indent="-228600">
              <a:spcBef>
                <a:spcPct val="20000"/>
              </a:spcBef>
              <a:buChar char="•"/>
              <a:defRPr sz="2400">
                <a:solidFill>
                  <a:srgbClr val="606060"/>
                </a:solidFill>
                <a:latin typeface="Arial Narrow" pitchFamily="34" charset="0"/>
                <a:ea typeface="ＭＳ Ｐゴシック" pitchFamily="34" charset="-128"/>
              </a:defRPr>
            </a:lvl3pPr>
            <a:lvl4pPr marL="1600200" indent="-228600">
              <a:spcBef>
                <a:spcPct val="20000"/>
              </a:spcBef>
              <a:buChar char="-"/>
              <a:defRPr sz="2200">
                <a:solidFill>
                  <a:srgbClr val="606060"/>
                </a:solidFill>
                <a:latin typeface="Arial Narrow" pitchFamily="34" charset="0"/>
                <a:ea typeface="ＭＳ Ｐゴシック" pitchFamily="34" charset="-128"/>
              </a:defRPr>
            </a:lvl4pPr>
            <a:lvl5pPr marL="2057400" indent="-228600">
              <a:spcBef>
                <a:spcPct val="20000"/>
              </a:spcBef>
              <a:defRPr sz="2200">
                <a:solidFill>
                  <a:schemeClr val="tx1"/>
                </a:solidFill>
                <a:latin typeface="Arial Narrow" pitchFamily="34" charset="0"/>
                <a:ea typeface="ＭＳ Ｐゴシック" pitchFamily="34" charset="-128"/>
              </a:defRPr>
            </a:lvl5pPr>
            <a:lvl6pPr marL="25146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6pPr>
            <a:lvl7pPr marL="29718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7pPr>
            <a:lvl8pPr marL="34290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8pPr>
            <a:lvl9pPr marL="38862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9pPr>
          </a:lstStyle>
          <a:p>
            <a:pPr>
              <a:spcBef>
                <a:spcPct val="0"/>
              </a:spcBef>
              <a:buFontTx/>
              <a:buNone/>
            </a:pPr>
            <a:fld id="{1ADD7000-8CA7-4510-AF76-BAE4CE9A1AE0}" type="slidenum">
              <a:rPr lang="en-US" altLang="en-US" sz="1400" smtClean="0">
                <a:solidFill>
                  <a:srgbClr val="8992AC"/>
                </a:solidFill>
              </a:rPr>
              <a:pPr>
                <a:spcBef>
                  <a:spcPct val="0"/>
                </a:spcBef>
                <a:buFontTx/>
                <a:buNone/>
              </a:pPr>
              <a:t>5</a:t>
            </a:fld>
            <a:endParaRPr lang="en-US" altLang="en-US" sz="1400" smtClean="0">
              <a:solidFill>
                <a:srgbClr val="8992AC"/>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ltLang="en-US" dirty="0" err="1"/>
              <a:t>Benefits</a:t>
            </a:r>
            <a:r>
              <a:rPr lang="fr-FR" altLang="en-US" dirty="0"/>
              <a:t> of a </a:t>
            </a:r>
            <a:r>
              <a:rPr lang="fr-FR" altLang="en-US" dirty="0" err="1"/>
              <a:t>Review</a:t>
            </a:r>
            <a:endParaRPr lang="en-US" dirty="0"/>
          </a:p>
        </p:txBody>
      </p:sp>
      <p:sp>
        <p:nvSpPr>
          <p:cNvPr id="4" name="Slide Number Placeholder 3"/>
          <p:cNvSpPr>
            <a:spLocks noGrp="1"/>
          </p:cNvSpPr>
          <p:nvPr>
            <p:ph type="sldNum" sz="quarter" idx="13"/>
          </p:nvPr>
        </p:nvSpPr>
        <p:spPr/>
        <p:txBody>
          <a:bodyPr/>
          <a:lstStyle/>
          <a:p>
            <a:pPr>
              <a:defRPr/>
            </a:pPr>
            <a:fld id="{735F6804-B415-4381-9BF9-AE3786C8ACDA}" type="slidenum">
              <a:rPr lang="en-US" altLang="en-US" smtClean="0"/>
              <a:pPr>
                <a:defRPr/>
              </a:pPr>
              <a:t>6</a:t>
            </a:fld>
            <a:endParaRPr lang="en-US" altLang="en-US"/>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1600" y="1828800"/>
            <a:ext cx="6400800" cy="3994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3185433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ctrTitle"/>
          </p:nvPr>
        </p:nvSpPr>
        <p:spPr/>
        <p:txBody>
          <a:bodyPr/>
          <a:lstStyle/>
          <a:p>
            <a:r>
              <a:rPr lang="en-US" altLang="en-US" sz="3600" u="sng" smtClean="0"/>
              <a:t>Review Process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5"/>
          <p:cNvSpPr>
            <a:spLocks noGrp="1"/>
          </p:cNvSpPr>
          <p:nvPr>
            <p:ph type="title"/>
          </p:nvPr>
        </p:nvSpPr>
        <p:spPr/>
        <p:txBody>
          <a:bodyPr/>
          <a:lstStyle/>
          <a:p>
            <a:r>
              <a:rPr lang="fr-FR" altLang="en-US" smtClean="0"/>
              <a:t>Review Process</a:t>
            </a:r>
            <a:endParaRPr lang="en-US" altLang="en-US" smtClean="0"/>
          </a:p>
        </p:txBody>
      </p:sp>
      <p:sp>
        <p:nvSpPr>
          <p:cNvPr id="6147" name="Text Placeholder 6"/>
          <p:cNvSpPr>
            <a:spLocks noGrp="1"/>
          </p:cNvSpPr>
          <p:nvPr>
            <p:ph type="body" sz="quarter" idx="12"/>
          </p:nvPr>
        </p:nvSpPr>
        <p:spPr/>
        <p:txBody>
          <a:bodyPr/>
          <a:lstStyle/>
          <a:p>
            <a:pPr>
              <a:defRPr/>
            </a:pPr>
            <a:r>
              <a:rPr lang="en-US" altLang="en-US" dirty="0" smtClean="0"/>
              <a:t>Purpose of Reviews</a:t>
            </a:r>
          </a:p>
          <a:p>
            <a:pPr>
              <a:defRPr/>
            </a:pPr>
            <a:r>
              <a:rPr lang="en-US" altLang="en-US" dirty="0" smtClean="0">
                <a:solidFill>
                  <a:schemeClr val="bg1">
                    <a:lumMod val="75000"/>
                  </a:schemeClr>
                </a:solidFill>
              </a:rPr>
              <a:t>Process</a:t>
            </a:r>
          </a:p>
          <a:p>
            <a:pPr>
              <a:defRPr/>
            </a:pPr>
            <a:r>
              <a:rPr lang="en-US" altLang="en-US" dirty="0" smtClean="0">
                <a:solidFill>
                  <a:schemeClr val="bg1">
                    <a:lumMod val="75000"/>
                  </a:schemeClr>
                </a:solidFill>
              </a:rPr>
              <a:t>Approach</a:t>
            </a:r>
          </a:p>
        </p:txBody>
      </p:sp>
      <p:sp>
        <p:nvSpPr>
          <p:cNvPr id="10244" name="Slide Number Placeholder 3"/>
          <p:cNvSpPr>
            <a:spLocks noGrp="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606060"/>
                </a:solidFill>
                <a:latin typeface="Arial Narrow" pitchFamily="34" charset="0"/>
                <a:ea typeface="ＭＳ Ｐゴシック" pitchFamily="34" charset="-128"/>
              </a:defRPr>
            </a:lvl1pPr>
            <a:lvl2pPr marL="742950" indent="-285750">
              <a:spcBef>
                <a:spcPct val="20000"/>
              </a:spcBef>
              <a:buFont typeface="Times" pitchFamily="18" charset="0"/>
              <a:buChar char="-"/>
              <a:defRPr sz="2600">
                <a:solidFill>
                  <a:srgbClr val="606060"/>
                </a:solidFill>
                <a:latin typeface="Arial Narrow" pitchFamily="34" charset="0"/>
                <a:ea typeface="ＭＳ Ｐゴシック" pitchFamily="34" charset="-128"/>
              </a:defRPr>
            </a:lvl2pPr>
            <a:lvl3pPr marL="1143000" indent="-228600">
              <a:spcBef>
                <a:spcPct val="20000"/>
              </a:spcBef>
              <a:buChar char="•"/>
              <a:defRPr sz="2400">
                <a:solidFill>
                  <a:srgbClr val="606060"/>
                </a:solidFill>
                <a:latin typeface="Arial Narrow" pitchFamily="34" charset="0"/>
                <a:ea typeface="ＭＳ Ｐゴシック" pitchFamily="34" charset="-128"/>
              </a:defRPr>
            </a:lvl3pPr>
            <a:lvl4pPr marL="1600200" indent="-228600">
              <a:spcBef>
                <a:spcPct val="20000"/>
              </a:spcBef>
              <a:buChar char="-"/>
              <a:defRPr sz="2200">
                <a:solidFill>
                  <a:srgbClr val="606060"/>
                </a:solidFill>
                <a:latin typeface="Arial Narrow" pitchFamily="34" charset="0"/>
                <a:ea typeface="ＭＳ Ｐゴシック" pitchFamily="34" charset="-128"/>
              </a:defRPr>
            </a:lvl4pPr>
            <a:lvl5pPr marL="2057400" indent="-228600">
              <a:spcBef>
                <a:spcPct val="20000"/>
              </a:spcBef>
              <a:defRPr sz="2200">
                <a:solidFill>
                  <a:schemeClr val="tx1"/>
                </a:solidFill>
                <a:latin typeface="Arial Narrow" pitchFamily="34" charset="0"/>
                <a:ea typeface="ＭＳ Ｐゴシック" pitchFamily="34" charset="-128"/>
              </a:defRPr>
            </a:lvl5pPr>
            <a:lvl6pPr marL="25146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6pPr>
            <a:lvl7pPr marL="29718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7pPr>
            <a:lvl8pPr marL="34290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8pPr>
            <a:lvl9pPr marL="38862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9pPr>
          </a:lstStyle>
          <a:p>
            <a:pPr>
              <a:spcBef>
                <a:spcPct val="0"/>
              </a:spcBef>
              <a:buFontTx/>
              <a:buNone/>
            </a:pPr>
            <a:fld id="{0F95F7D7-8F30-4745-93BB-56C8DDDF866B}" type="slidenum">
              <a:rPr lang="en-US" altLang="en-US" sz="1400" smtClean="0">
                <a:solidFill>
                  <a:srgbClr val="8992AC"/>
                </a:solidFill>
              </a:rPr>
              <a:pPr>
                <a:spcBef>
                  <a:spcPct val="0"/>
                </a:spcBef>
                <a:buFontTx/>
                <a:buNone/>
              </a:pPr>
              <a:t>8</a:t>
            </a:fld>
            <a:endParaRPr lang="en-US" altLang="en-US" sz="1400" smtClean="0">
              <a:solidFill>
                <a:srgbClr val="8992AC"/>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5"/>
          <p:cNvSpPr>
            <a:spLocks noGrp="1"/>
          </p:cNvSpPr>
          <p:nvPr>
            <p:ph type="title"/>
          </p:nvPr>
        </p:nvSpPr>
        <p:spPr/>
        <p:txBody>
          <a:bodyPr/>
          <a:lstStyle/>
          <a:p>
            <a:r>
              <a:rPr lang="fr-FR" altLang="en-US" smtClean="0"/>
              <a:t>Review Process</a:t>
            </a:r>
            <a:endParaRPr lang="en-US" altLang="en-US" smtClean="0"/>
          </a:p>
        </p:txBody>
      </p:sp>
      <p:sp>
        <p:nvSpPr>
          <p:cNvPr id="6147" name="Text Placeholder 6"/>
          <p:cNvSpPr>
            <a:spLocks noGrp="1"/>
          </p:cNvSpPr>
          <p:nvPr>
            <p:ph type="body" sz="quarter" idx="12"/>
          </p:nvPr>
        </p:nvSpPr>
        <p:spPr/>
        <p:txBody>
          <a:bodyPr/>
          <a:lstStyle/>
          <a:p>
            <a:pPr>
              <a:defRPr/>
            </a:pPr>
            <a:r>
              <a:rPr lang="en-US" altLang="en-US" dirty="0" smtClean="0">
                <a:solidFill>
                  <a:schemeClr val="bg1">
                    <a:lumMod val="75000"/>
                  </a:schemeClr>
                </a:solidFill>
              </a:rPr>
              <a:t>Purpose of Reviews</a:t>
            </a:r>
          </a:p>
          <a:p>
            <a:pPr>
              <a:defRPr/>
            </a:pPr>
            <a:r>
              <a:rPr lang="en-US" altLang="en-US" dirty="0" smtClean="0"/>
              <a:t>Process</a:t>
            </a:r>
          </a:p>
          <a:p>
            <a:pPr>
              <a:defRPr/>
            </a:pPr>
            <a:r>
              <a:rPr lang="en-US" altLang="en-US" dirty="0" smtClean="0">
                <a:solidFill>
                  <a:schemeClr val="bg1">
                    <a:lumMod val="75000"/>
                  </a:schemeClr>
                </a:solidFill>
              </a:rPr>
              <a:t>Approach</a:t>
            </a:r>
          </a:p>
        </p:txBody>
      </p:sp>
      <p:sp>
        <p:nvSpPr>
          <p:cNvPr id="11268" name="Slide Number Placeholder 3"/>
          <p:cNvSpPr>
            <a:spLocks noGrp="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606060"/>
                </a:solidFill>
                <a:latin typeface="Arial Narrow" pitchFamily="34" charset="0"/>
                <a:ea typeface="ＭＳ Ｐゴシック" pitchFamily="34" charset="-128"/>
              </a:defRPr>
            </a:lvl1pPr>
            <a:lvl2pPr marL="742950" indent="-285750">
              <a:spcBef>
                <a:spcPct val="20000"/>
              </a:spcBef>
              <a:buFont typeface="Times" pitchFamily="18" charset="0"/>
              <a:buChar char="-"/>
              <a:defRPr sz="2600">
                <a:solidFill>
                  <a:srgbClr val="606060"/>
                </a:solidFill>
                <a:latin typeface="Arial Narrow" pitchFamily="34" charset="0"/>
                <a:ea typeface="ＭＳ Ｐゴシック" pitchFamily="34" charset="-128"/>
              </a:defRPr>
            </a:lvl2pPr>
            <a:lvl3pPr marL="1143000" indent="-228600">
              <a:spcBef>
                <a:spcPct val="20000"/>
              </a:spcBef>
              <a:buChar char="•"/>
              <a:defRPr sz="2400">
                <a:solidFill>
                  <a:srgbClr val="606060"/>
                </a:solidFill>
                <a:latin typeface="Arial Narrow" pitchFamily="34" charset="0"/>
                <a:ea typeface="ＭＳ Ｐゴシック" pitchFamily="34" charset="-128"/>
              </a:defRPr>
            </a:lvl3pPr>
            <a:lvl4pPr marL="1600200" indent="-228600">
              <a:spcBef>
                <a:spcPct val="20000"/>
              </a:spcBef>
              <a:buChar char="-"/>
              <a:defRPr sz="2200">
                <a:solidFill>
                  <a:srgbClr val="606060"/>
                </a:solidFill>
                <a:latin typeface="Arial Narrow" pitchFamily="34" charset="0"/>
                <a:ea typeface="ＭＳ Ｐゴシック" pitchFamily="34" charset="-128"/>
              </a:defRPr>
            </a:lvl4pPr>
            <a:lvl5pPr marL="2057400" indent="-228600">
              <a:spcBef>
                <a:spcPct val="20000"/>
              </a:spcBef>
              <a:defRPr sz="2200">
                <a:solidFill>
                  <a:schemeClr val="tx1"/>
                </a:solidFill>
                <a:latin typeface="Arial Narrow" pitchFamily="34" charset="0"/>
                <a:ea typeface="ＭＳ Ｐゴシック" pitchFamily="34" charset="-128"/>
              </a:defRPr>
            </a:lvl5pPr>
            <a:lvl6pPr marL="25146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6pPr>
            <a:lvl7pPr marL="29718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7pPr>
            <a:lvl8pPr marL="34290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8pPr>
            <a:lvl9pPr marL="38862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9pPr>
          </a:lstStyle>
          <a:p>
            <a:pPr>
              <a:spcBef>
                <a:spcPct val="0"/>
              </a:spcBef>
              <a:buFontTx/>
              <a:buNone/>
            </a:pPr>
            <a:fld id="{DA3F2C0C-85C5-42E2-9D03-38AFE64D37FF}" type="slidenum">
              <a:rPr lang="en-US" altLang="en-US" sz="1400" smtClean="0">
                <a:solidFill>
                  <a:srgbClr val="8992AC"/>
                </a:solidFill>
              </a:rPr>
              <a:pPr>
                <a:spcBef>
                  <a:spcPct val="0"/>
                </a:spcBef>
                <a:buFontTx/>
                <a:buNone/>
              </a:pPr>
              <a:t>9</a:t>
            </a:fld>
            <a:endParaRPr lang="en-US" altLang="en-US" sz="1400" smtClean="0">
              <a:solidFill>
                <a:srgbClr val="8992AC"/>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5"/>
          <p:cNvSpPr>
            <a:spLocks noGrp="1"/>
          </p:cNvSpPr>
          <p:nvPr>
            <p:ph type="title"/>
          </p:nvPr>
        </p:nvSpPr>
        <p:spPr/>
        <p:txBody>
          <a:bodyPr/>
          <a:lstStyle/>
          <a:p>
            <a:r>
              <a:rPr lang="fr-FR" altLang="en-US" smtClean="0"/>
              <a:t>Review Process</a:t>
            </a:r>
            <a:endParaRPr lang="en-US" altLang="en-US" smtClean="0"/>
          </a:p>
        </p:txBody>
      </p:sp>
      <p:sp>
        <p:nvSpPr>
          <p:cNvPr id="12291" name="Slide Number Placeholder 3"/>
          <p:cNvSpPr>
            <a:spLocks noGrp="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606060"/>
                </a:solidFill>
                <a:latin typeface="Arial Narrow" pitchFamily="34" charset="0"/>
                <a:ea typeface="ＭＳ Ｐゴシック" pitchFamily="34" charset="-128"/>
              </a:defRPr>
            </a:lvl1pPr>
            <a:lvl2pPr marL="742950" indent="-285750">
              <a:spcBef>
                <a:spcPct val="20000"/>
              </a:spcBef>
              <a:buFont typeface="Times" pitchFamily="18" charset="0"/>
              <a:buChar char="-"/>
              <a:defRPr sz="2600">
                <a:solidFill>
                  <a:srgbClr val="606060"/>
                </a:solidFill>
                <a:latin typeface="Arial Narrow" pitchFamily="34" charset="0"/>
                <a:ea typeface="ＭＳ Ｐゴシック" pitchFamily="34" charset="-128"/>
              </a:defRPr>
            </a:lvl2pPr>
            <a:lvl3pPr marL="1143000" indent="-228600">
              <a:spcBef>
                <a:spcPct val="20000"/>
              </a:spcBef>
              <a:buChar char="•"/>
              <a:defRPr sz="2400">
                <a:solidFill>
                  <a:srgbClr val="606060"/>
                </a:solidFill>
                <a:latin typeface="Arial Narrow" pitchFamily="34" charset="0"/>
                <a:ea typeface="ＭＳ Ｐゴシック" pitchFamily="34" charset="-128"/>
              </a:defRPr>
            </a:lvl3pPr>
            <a:lvl4pPr marL="1600200" indent="-228600">
              <a:spcBef>
                <a:spcPct val="20000"/>
              </a:spcBef>
              <a:buChar char="-"/>
              <a:defRPr sz="2200">
                <a:solidFill>
                  <a:srgbClr val="606060"/>
                </a:solidFill>
                <a:latin typeface="Arial Narrow" pitchFamily="34" charset="0"/>
                <a:ea typeface="ＭＳ Ｐゴシック" pitchFamily="34" charset="-128"/>
              </a:defRPr>
            </a:lvl4pPr>
            <a:lvl5pPr marL="2057400" indent="-228600">
              <a:spcBef>
                <a:spcPct val="20000"/>
              </a:spcBef>
              <a:defRPr sz="2200">
                <a:solidFill>
                  <a:schemeClr val="tx1"/>
                </a:solidFill>
                <a:latin typeface="Arial Narrow" pitchFamily="34" charset="0"/>
                <a:ea typeface="ＭＳ Ｐゴシック" pitchFamily="34" charset="-128"/>
              </a:defRPr>
            </a:lvl5pPr>
            <a:lvl6pPr marL="25146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6pPr>
            <a:lvl7pPr marL="29718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7pPr>
            <a:lvl8pPr marL="34290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8pPr>
            <a:lvl9pPr marL="38862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9pPr>
          </a:lstStyle>
          <a:p>
            <a:pPr>
              <a:spcBef>
                <a:spcPct val="0"/>
              </a:spcBef>
              <a:buFontTx/>
              <a:buNone/>
            </a:pPr>
            <a:fld id="{58F247B2-8F83-4597-BE8E-527571042639}" type="slidenum">
              <a:rPr lang="en-US" altLang="en-US" sz="1400" smtClean="0">
                <a:solidFill>
                  <a:srgbClr val="8992AC"/>
                </a:solidFill>
              </a:rPr>
              <a:pPr>
                <a:spcBef>
                  <a:spcPct val="0"/>
                </a:spcBef>
                <a:buFontTx/>
                <a:buNone/>
              </a:pPr>
              <a:t>10</a:t>
            </a:fld>
            <a:endParaRPr lang="en-US" altLang="en-US" sz="1400" smtClean="0">
              <a:solidFill>
                <a:srgbClr val="8992AC"/>
              </a:solidFill>
            </a:endParaRPr>
          </a:p>
        </p:txBody>
      </p:sp>
      <p:graphicFrame>
        <p:nvGraphicFramePr>
          <p:cNvPr id="4" name="Diagram 3"/>
          <p:cNvGraphicFramePr/>
          <p:nvPr>
            <p:extLst>
              <p:ext uri="{D42A27DB-BD31-4B8C-83A1-F6EECF244321}">
                <p14:modId xmlns:p14="http://schemas.microsoft.com/office/powerpoint/2010/main" val="3223573918"/>
              </p:ext>
            </p:extLst>
          </p:nvPr>
        </p:nvGraphicFramePr>
        <p:xfrm>
          <a:off x="0" y="1524000"/>
          <a:ext cx="9144000" cy="4495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5"/>
          <p:cNvSpPr>
            <a:spLocks noGrp="1"/>
          </p:cNvSpPr>
          <p:nvPr>
            <p:ph type="title"/>
          </p:nvPr>
        </p:nvSpPr>
        <p:spPr/>
        <p:txBody>
          <a:bodyPr/>
          <a:lstStyle/>
          <a:p>
            <a:r>
              <a:rPr lang="fr-FR" altLang="en-US" smtClean="0"/>
              <a:t>Review Process</a:t>
            </a:r>
            <a:endParaRPr lang="en-US" altLang="en-US" smtClean="0"/>
          </a:p>
        </p:txBody>
      </p:sp>
      <p:sp>
        <p:nvSpPr>
          <p:cNvPr id="12291" name="Slide Number Placeholder 3"/>
          <p:cNvSpPr>
            <a:spLocks noGrp="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606060"/>
                </a:solidFill>
                <a:latin typeface="Arial Narrow" pitchFamily="34" charset="0"/>
                <a:ea typeface="ＭＳ Ｐゴシック" pitchFamily="34" charset="-128"/>
              </a:defRPr>
            </a:lvl1pPr>
            <a:lvl2pPr marL="742950" indent="-285750">
              <a:spcBef>
                <a:spcPct val="20000"/>
              </a:spcBef>
              <a:buFont typeface="Times" pitchFamily="18" charset="0"/>
              <a:buChar char="-"/>
              <a:defRPr sz="2600">
                <a:solidFill>
                  <a:srgbClr val="606060"/>
                </a:solidFill>
                <a:latin typeface="Arial Narrow" pitchFamily="34" charset="0"/>
                <a:ea typeface="ＭＳ Ｐゴシック" pitchFamily="34" charset="-128"/>
              </a:defRPr>
            </a:lvl2pPr>
            <a:lvl3pPr marL="1143000" indent="-228600">
              <a:spcBef>
                <a:spcPct val="20000"/>
              </a:spcBef>
              <a:buChar char="•"/>
              <a:defRPr sz="2400">
                <a:solidFill>
                  <a:srgbClr val="606060"/>
                </a:solidFill>
                <a:latin typeface="Arial Narrow" pitchFamily="34" charset="0"/>
                <a:ea typeface="ＭＳ Ｐゴシック" pitchFamily="34" charset="-128"/>
              </a:defRPr>
            </a:lvl3pPr>
            <a:lvl4pPr marL="1600200" indent="-228600">
              <a:spcBef>
                <a:spcPct val="20000"/>
              </a:spcBef>
              <a:buChar char="-"/>
              <a:defRPr sz="2200">
                <a:solidFill>
                  <a:srgbClr val="606060"/>
                </a:solidFill>
                <a:latin typeface="Arial Narrow" pitchFamily="34" charset="0"/>
                <a:ea typeface="ＭＳ Ｐゴシック" pitchFamily="34" charset="-128"/>
              </a:defRPr>
            </a:lvl4pPr>
            <a:lvl5pPr marL="2057400" indent="-228600">
              <a:spcBef>
                <a:spcPct val="20000"/>
              </a:spcBef>
              <a:defRPr sz="2200">
                <a:solidFill>
                  <a:schemeClr val="tx1"/>
                </a:solidFill>
                <a:latin typeface="Arial Narrow" pitchFamily="34" charset="0"/>
                <a:ea typeface="ＭＳ Ｐゴシック" pitchFamily="34" charset="-128"/>
              </a:defRPr>
            </a:lvl5pPr>
            <a:lvl6pPr marL="25146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6pPr>
            <a:lvl7pPr marL="29718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7pPr>
            <a:lvl8pPr marL="34290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8pPr>
            <a:lvl9pPr marL="38862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9pPr>
          </a:lstStyle>
          <a:p>
            <a:pPr>
              <a:spcBef>
                <a:spcPct val="0"/>
              </a:spcBef>
              <a:buFontTx/>
              <a:buNone/>
            </a:pPr>
            <a:fld id="{58F247B2-8F83-4597-BE8E-527571042639}" type="slidenum">
              <a:rPr lang="en-US" altLang="en-US" sz="1400" smtClean="0">
                <a:solidFill>
                  <a:srgbClr val="8992AC"/>
                </a:solidFill>
              </a:rPr>
              <a:pPr>
                <a:spcBef>
                  <a:spcPct val="0"/>
                </a:spcBef>
                <a:buFontTx/>
                <a:buNone/>
              </a:pPr>
              <a:t>11</a:t>
            </a:fld>
            <a:endParaRPr lang="en-US" altLang="en-US" sz="1400" smtClean="0">
              <a:solidFill>
                <a:srgbClr val="8992AC"/>
              </a:solidFill>
            </a:endParaRPr>
          </a:p>
        </p:txBody>
      </p:sp>
      <p:graphicFrame>
        <p:nvGraphicFramePr>
          <p:cNvPr id="4" name="Diagram 3"/>
          <p:cNvGraphicFramePr/>
          <p:nvPr>
            <p:extLst>
              <p:ext uri="{D42A27DB-BD31-4B8C-83A1-F6EECF244321}">
                <p14:modId xmlns:p14="http://schemas.microsoft.com/office/powerpoint/2010/main" val="3178993890"/>
              </p:ext>
            </p:extLst>
          </p:nvPr>
        </p:nvGraphicFramePr>
        <p:xfrm>
          <a:off x="0" y="1524000"/>
          <a:ext cx="9144000" cy="4495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6893484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5"/>
          <p:cNvSpPr>
            <a:spLocks noGrp="1"/>
          </p:cNvSpPr>
          <p:nvPr>
            <p:ph type="title"/>
          </p:nvPr>
        </p:nvSpPr>
        <p:spPr/>
        <p:txBody>
          <a:bodyPr/>
          <a:lstStyle/>
          <a:p>
            <a:r>
              <a:rPr lang="fr-FR" altLang="en-US" smtClean="0"/>
              <a:t>Review Process</a:t>
            </a:r>
            <a:endParaRPr lang="en-US" altLang="en-US" smtClean="0"/>
          </a:p>
        </p:txBody>
      </p:sp>
      <p:sp>
        <p:nvSpPr>
          <p:cNvPr id="12291" name="Slide Number Placeholder 3"/>
          <p:cNvSpPr>
            <a:spLocks noGrp="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606060"/>
                </a:solidFill>
                <a:latin typeface="Arial Narrow" pitchFamily="34" charset="0"/>
                <a:ea typeface="ＭＳ Ｐゴシック" pitchFamily="34" charset="-128"/>
              </a:defRPr>
            </a:lvl1pPr>
            <a:lvl2pPr marL="742950" indent="-285750">
              <a:spcBef>
                <a:spcPct val="20000"/>
              </a:spcBef>
              <a:buFont typeface="Times" pitchFamily="18" charset="0"/>
              <a:buChar char="-"/>
              <a:defRPr sz="2600">
                <a:solidFill>
                  <a:srgbClr val="606060"/>
                </a:solidFill>
                <a:latin typeface="Arial Narrow" pitchFamily="34" charset="0"/>
                <a:ea typeface="ＭＳ Ｐゴシック" pitchFamily="34" charset="-128"/>
              </a:defRPr>
            </a:lvl2pPr>
            <a:lvl3pPr marL="1143000" indent="-228600">
              <a:spcBef>
                <a:spcPct val="20000"/>
              </a:spcBef>
              <a:buChar char="•"/>
              <a:defRPr sz="2400">
                <a:solidFill>
                  <a:srgbClr val="606060"/>
                </a:solidFill>
                <a:latin typeface="Arial Narrow" pitchFamily="34" charset="0"/>
                <a:ea typeface="ＭＳ Ｐゴシック" pitchFamily="34" charset="-128"/>
              </a:defRPr>
            </a:lvl3pPr>
            <a:lvl4pPr marL="1600200" indent="-228600">
              <a:spcBef>
                <a:spcPct val="20000"/>
              </a:spcBef>
              <a:buChar char="-"/>
              <a:defRPr sz="2200">
                <a:solidFill>
                  <a:srgbClr val="606060"/>
                </a:solidFill>
                <a:latin typeface="Arial Narrow" pitchFamily="34" charset="0"/>
                <a:ea typeface="ＭＳ Ｐゴシック" pitchFamily="34" charset="-128"/>
              </a:defRPr>
            </a:lvl4pPr>
            <a:lvl5pPr marL="2057400" indent="-228600">
              <a:spcBef>
                <a:spcPct val="20000"/>
              </a:spcBef>
              <a:defRPr sz="2200">
                <a:solidFill>
                  <a:schemeClr val="tx1"/>
                </a:solidFill>
                <a:latin typeface="Arial Narrow" pitchFamily="34" charset="0"/>
                <a:ea typeface="ＭＳ Ｐゴシック" pitchFamily="34" charset="-128"/>
              </a:defRPr>
            </a:lvl5pPr>
            <a:lvl6pPr marL="25146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6pPr>
            <a:lvl7pPr marL="29718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7pPr>
            <a:lvl8pPr marL="34290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8pPr>
            <a:lvl9pPr marL="38862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9pPr>
          </a:lstStyle>
          <a:p>
            <a:pPr>
              <a:spcBef>
                <a:spcPct val="0"/>
              </a:spcBef>
              <a:buFontTx/>
              <a:buNone/>
            </a:pPr>
            <a:fld id="{58F247B2-8F83-4597-BE8E-527571042639}" type="slidenum">
              <a:rPr lang="en-US" altLang="en-US" sz="1400" smtClean="0">
                <a:solidFill>
                  <a:srgbClr val="8992AC"/>
                </a:solidFill>
              </a:rPr>
              <a:pPr>
                <a:spcBef>
                  <a:spcPct val="0"/>
                </a:spcBef>
                <a:buFontTx/>
                <a:buNone/>
              </a:pPr>
              <a:t>12</a:t>
            </a:fld>
            <a:endParaRPr lang="en-US" altLang="en-US" sz="1400" smtClean="0">
              <a:solidFill>
                <a:srgbClr val="8992AC"/>
              </a:solidFill>
            </a:endParaRPr>
          </a:p>
        </p:txBody>
      </p:sp>
      <p:graphicFrame>
        <p:nvGraphicFramePr>
          <p:cNvPr id="4" name="Diagram 3"/>
          <p:cNvGraphicFramePr/>
          <p:nvPr>
            <p:extLst>
              <p:ext uri="{D42A27DB-BD31-4B8C-83A1-F6EECF244321}">
                <p14:modId xmlns:p14="http://schemas.microsoft.com/office/powerpoint/2010/main" val="4010561702"/>
              </p:ext>
            </p:extLst>
          </p:nvPr>
        </p:nvGraphicFramePr>
        <p:xfrm>
          <a:off x="0" y="1524000"/>
          <a:ext cx="9144000" cy="4495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6893484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5"/>
          <p:cNvSpPr>
            <a:spLocks noGrp="1"/>
          </p:cNvSpPr>
          <p:nvPr>
            <p:ph type="title"/>
          </p:nvPr>
        </p:nvSpPr>
        <p:spPr/>
        <p:txBody>
          <a:bodyPr/>
          <a:lstStyle/>
          <a:p>
            <a:r>
              <a:rPr lang="fr-FR" altLang="en-US" smtClean="0"/>
              <a:t>Review Process</a:t>
            </a:r>
            <a:endParaRPr lang="en-US" altLang="en-US" smtClean="0"/>
          </a:p>
        </p:txBody>
      </p:sp>
      <p:sp>
        <p:nvSpPr>
          <p:cNvPr id="6147" name="Text Placeholder 6"/>
          <p:cNvSpPr>
            <a:spLocks noGrp="1"/>
          </p:cNvSpPr>
          <p:nvPr>
            <p:ph type="body" sz="quarter" idx="12"/>
          </p:nvPr>
        </p:nvSpPr>
        <p:spPr/>
        <p:txBody>
          <a:bodyPr/>
          <a:lstStyle/>
          <a:p>
            <a:pPr>
              <a:defRPr/>
            </a:pPr>
            <a:r>
              <a:rPr lang="en-US" altLang="en-US" dirty="0" smtClean="0">
                <a:solidFill>
                  <a:schemeClr val="bg1">
                    <a:lumMod val="75000"/>
                  </a:schemeClr>
                </a:solidFill>
              </a:rPr>
              <a:t>Purpose of Reviews</a:t>
            </a:r>
          </a:p>
          <a:p>
            <a:pPr>
              <a:defRPr/>
            </a:pPr>
            <a:r>
              <a:rPr lang="en-US" altLang="en-US" dirty="0" smtClean="0">
                <a:solidFill>
                  <a:schemeClr val="bg1">
                    <a:lumMod val="75000"/>
                  </a:schemeClr>
                </a:solidFill>
              </a:rPr>
              <a:t>Process</a:t>
            </a:r>
          </a:p>
          <a:p>
            <a:pPr>
              <a:defRPr/>
            </a:pPr>
            <a:r>
              <a:rPr lang="en-US" altLang="en-US" dirty="0" smtClean="0"/>
              <a:t>Approach</a:t>
            </a:r>
          </a:p>
        </p:txBody>
      </p:sp>
      <p:sp>
        <p:nvSpPr>
          <p:cNvPr id="13316" name="Slide Number Placeholder 3"/>
          <p:cNvSpPr>
            <a:spLocks noGrp="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606060"/>
                </a:solidFill>
                <a:latin typeface="Arial Narrow" pitchFamily="34" charset="0"/>
                <a:ea typeface="ＭＳ Ｐゴシック" pitchFamily="34" charset="-128"/>
              </a:defRPr>
            </a:lvl1pPr>
            <a:lvl2pPr marL="742950" indent="-285750">
              <a:spcBef>
                <a:spcPct val="20000"/>
              </a:spcBef>
              <a:buFont typeface="Times" pitchFamily="18" charset="0"/>
              <a:buChar char="-"/>
              <a:defRPr sz="2600">
                <a:solidFill>
                  <a:srgbClr val="606060"/>
                </a:solidFill>
                <a:latin typeface="Arial Narrow" pitchFamily="34" charset="0"/>
                <a:ea typeface="ＭＳ Ｐゴシック" pitchFamily="34" charset="-128"/>
              </a:defRPr>
            </a:lvl2pPr>
            <a:lvl3pPr marL="1143000" indent="-228600">
              <a:spcBef>
                <a:spcPct val="20000"/>
              </a:spcBef>
              <a:buChar char="•"/>
              <a:defRPr sz="2400">
                <a:solidFill>
                  <a:srgbClr val="606060"/>
                </a:solidFill>
                <a:latin typeface="Arial Narrow" pitchFamily="34" charset="0"/>
                <a:ea typeface="ＭＳ Ｐゴシック" pitchFamily="34" charset="-128"/>
              </a:defRPr>
            </a:lvl3pPr>
            <a:lvl4pPr marL="1600200" indent="-228600">
              <a:spcBef>
                <a:spcPct val="20000"/>
              </a:spcBef>
              <a:buChar char="-"/>
              <a:defRPr sz="2200">
                <a:solidFill>
                  <a:srgbClr val="606060"/>
                </a:solidFill>
                <a:latin typeface="Arial Narrow" pitchFamily="34" charset="0"/>
                <a:ea typeface="ＭＳ Ｐゴシック" pitchFamily="34" charset="-128"/>
              </a:defRPr>
            </a:lvl4pPr>
            <a:lvl5pPr marL="2057400" indent="-228600">
              <a:spcBef>
                <a:spcPct val="20000"/>
              </a:spcBef>
              <a:defRPr sz="2200">
                <a:solidFill>
                  <a:schemeClr val="tx1"/>
                </a:solidFill>
                <a:latin typeface="Arial Narrow" pitchFamily="34" charset="0"/>
                <a:ea typeface="ＭＳ Ｐゴシック" pitchFamily="34" charset="-128"/>
              </a:defRPr>
            </a:lvl5pPr>
            <a:lvl6pPr marL="25146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6pPr>
            <a:lvl7pPr marL="29718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7pPr>
            <a:lvl8pPr marL="34290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8pPr>
            <a:lvl9pPr marL="38862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9pPr>
          </a:lstStyle>
          <a:p>
            <a:pPr>
              <a:spcBef>
                <a:spcPct val="0"/>
              </a:spcBef>
              <a:buFontTx/>
              <a:buNone/>
            </a:pPr>
            <a:fld id="{148A91A0-6E8D-4FD9-BFAD-F0E5A126E920}" type="slidenum">
              <a:rPr lang="en-US" altLang="en-US" sz="1400" smtClean="0">
                <a:solidFill>
                  <a:srgbClr val="8992AC"/>
                </a:solidFill>
              </a:rPr>
              <a:pPr>
                <a:spcBef>
                  <a:spcPct val="0"/>
                </a:spcBef>
                <a:buFontTx/>
                <a:buNone/>
              </a:pPr>
              <a:t>13</a:t>
            </a:fld>
            <a:endParaRPr lang="en-US" altLang="en-US" sz="1400" smtClean="0">
              <a:solidFill>
                <a:srgbClr val="8992AC"/>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5"/>
          <p:cNvSpPr>
            <a:spLocks noGrp="1"/>
          </p:cNvSpPr>
          <p:nvPr>
            <p:ph type="title"/>
          </p:nvPr>
        </p:nvSpPr>
        <p:spPr/>
        <p:txBody>
          <a:bodyPr/>
          <a:lstStyle/>
          <a:p>
            <a:r>
              <a:rPr lang="fr-FR" altLang="en-US" dirty="0" err="1" smtClean="0"/>
              <a:t>Review</a:t>
            </a:r>
            <a:r>
              <a:rPr lang="fr-FR" altLang="en-US" dirty="0" smtClean="0"/>
              <a:t> </a:t>
            </a:r>
            <a:r>
              <a:rPr lang="fr-FR" altLang="en-US" dirty="0" err="1" smtClean="0"/>
              <a:t>Process</a:t>
            </a:r>
            <a:endParaRPr lang="en-US" altLang="en-US" dirty="0" smtClean="0"/>
          </a:p>
        </p:txBody>
      </p:sp>
      <p:sp>
        <p:nvSpPr>
          <p:cNvPr id="15363" name="Slide Number Placeholder 3"/>
          <p:cNvSpPr>
            <a:spLocks noGrp="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606060"/>
                </a:solidFill>
                <a:latin typeface="Arial Narrow" pitchFamily="34" charset="0"/>
                <a:ea typeface="ＭＳ Ｐゴシック" pitchFamily="34" charset="-128"/>
              </a:defRPr>
            </a:lvl1pPr>
            <a:lvl2pPr marL="742950" indent="-285750">
              <a:spcBef>
                <a:spcPct val="20000"/>
              </a:spcBef>
              <a:buFont typeface="Times" pitchFamily="18" charset="0"/>
              <a:buChar char="-"/>
              <a:defRPr sz="2600">
                <a:solidFill>
                  <a:srgbClr val="606060"/>
                </a:solidFill>
                <a:latin typeface="Arial Narrow" pitchFamily="34" charset="0"/>
                <a:ea typeface="ＭＳ Ｐゴシック" pitchFamily="34" charset="-128"/>
              </a:defRPr>
            </a:lvl2pPr>
            <a:lvl3pPr marL="1143000" indent="-228600">
              <a:spcBef>
                <a:spcPct val="20000"/>
              </a:spcBef>
              <a:buChar char="•"/>
              <a:defRPr sz="2400">
                <a:solidFill>
                  <a:srgbClr val="606060"/>
                </a:solidFill>
                <a:latin typeface="Arial Narrow" pitchFamily="34" charset="0"/>
                <a:ea typeface="ＭＳ Ｐゴシック" pitchFamily="34" charset="-128"/>
              </a:defRPr>
            </a:lvl3pPr>
            <a:lvl4pPr marL="1600200" indent="-228600">
              <a:spcBef>
                <a:spcPct val="20000"/>
              </a:spcBef>
              <a:buChar char="-"/>
              <a:defRPr sz="2200">
                <a:solidFill>
                  <a:srgbClr val="606060"/>
                </a:solidFill>
                <a:latin typeface="Arial Narrow" pitchFamily="34" charset="0"/>
                <a:ea typeface="ＭＳ Ｐゴシック" pitchFamily="34" charset="-128"/>
              </a:defRPr>
            </a:lvl4pPr>
            <a:lvl5pPr marL="2057400" indent="-228600">
              <a:spcBef>
                <a:spcPct val="20000"/>
              </a:spcBef>
              <a:defRPr sz="2200">
                <a:solidFill>
                  <a:schemeClr val="tx1"/>
                </a:solidFill>
                <a:latin typeface="Arial Narrow" pitchFamily="34" charset="0"/>
                <a:ea typeface="ＭＳ Ｐゴシック" pitchFamily="34" charset="-128"/>
              </a:defRPr>
            </a:lvl5pPr>
            <a:lvl6pPr marL="25146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6pPr>
            <a:lvl7pPr marL="29718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7pPr>
            <a:lvl8pPr marL="34290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8pPr>
            <a:lvl9pPr marL="38862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9pPr>
          </a:lstStyle>
          <a:p>
            <a:pPr>
              <a:spcBef>
                <a:spcPct val="0"/>
              </a:spcBef>
              <a:buFontTx/>
              <a:buNone/>
            </a:pPr>
            <a:fld id="{5C3477EC-F8FD-424D-872E-955F6E2F14A0}" type="slidenum">
              <a:rPr lang="en-US" altLang="en-US" sz="1400" smtClean="0">
                <a:solidFill>
                  <a:srgbClr val="8992AC"/>
                </a:solidFill>
              </a:rPr>
              <a:pPr>
                <a:spcBef>
                  <a:spcPct val="0"/>
                </a:spcBef>
                <a:buFontTx/>
                <a:buNone/>
              </a:pPr>
              <a:t>14</a:t>
            </a:fld>
            <a:endParaRPr lang="en-US" altLang="en-US" sz="1400" smtClean="0">
              <a:solidFill>
                <a:srgbClr val="8992AC"/>
              </a:solidFill>
            </a:endParaRPr>
          </a:p>
        </p:txBody>
      </p:sp>
      <p:graphicFrame>
        <p:nvGraphicFramePr>
          <p:cNvPr id="4" name="Diagram 3"/>
          <p:cNvGraphicFramePr/>
          <p:nvPr>
            <p:extLst>
              <p:ext uri="{D42A27DB-BD31-4B8C-83A1-F6EECF244321}">
                <p14:modId xmlns:p14="http://schemas.microsoft.com/office/powerpoint/2010/main" val="1450865302"/>
              </p:ext>
            </p:extLst>
          </p:nvPr>
        </p:nvGraphicFramePr>
        <p:xfrm>
          <a:off x="304800" y="1600200"/>
          <a:ext cx="8458200" cy="4343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ctrTitle"/>
          </p:nvPr>
        </p:nvSpPr>
        <p:spPr/>
        <p:txBody>
          <a:bodyPr/>
          <a:lstStyle/>
          <a:p>
            <a:r>
              <a:rPr lang="en-US" altLang="en-US" sz="3600" u="sng" dirty="0" smtClean="0"/>
              <a:t>Common Audit </a:t>
            </a:r>
            <a:br>
              <a:rPr lang="en-US" altLang="en-US" sz="3600" u="sng" dirty="0" smtClean="0"/>
            </a:br>
            <a:r>
              <a:rPr lang="en-US" altLang="en-US" sz="3600" u="sng" dirty="0" smtClean="0"/>
              <a:t>Findings</a:t>
            </a:r>
          </a:p>
        </p:txBody>
      </p:sp>
    </p:spTree>
    <p:extLst>
      <p:ext uri="{BB962C8B-B14F-4D97-AF65-F5344CB8AC3E}">
        <p14:creationId xmlns:p14="http://schemas.microsoft.com/office/powerpoint/2010/main" val="82930266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5"/>
          <p:cNvSpPr>
            <a:spLocks noGrp="1"/>
          </p:cNvSpPr>
          <p:nvPr>
            <p:ph type="title"/>
          </p:nvPr>
        </p:nvSpPr>
        <p:spPr/>
        <p:txBody>
          <a:bodyPr/>
          <a:lstStyle/>
          <a:p>
            <a:r>
              <a:rPr lang="fr-FR" altLang="en-US" dirty="0" smtClean="0"/>
              <a:t>Common Findings</a:t>
            </a:r>
            <a:endParaRPr lang="en-US" altLang="en-US" dirty="0" smtClean="0"/>
          </a:p>
        </p:txBody>
      </p:sp>
      <p:sp>
        <p:nvSpPr>
          <p:cNvPr id="17411" name="Text Placeholder 6"/>
          <p:cNvSpPr>
            <a:spLocks noGrp="1"/>
          </p:cNvSpPr>
          <p:nvPr>
            <p:ph type="body" sz="quarter" idx="12"/>
          </p:nvPr>
        </p:nvSpPr>
        <p:spPr/>
        <p:txBody>
          <a:bodyPr/>
          <a:lstStyle/>
          <a:p>
            <a:r>
              <a:rPr lang="en-US" altLang="en-US" dirty="0"/>
              <a:t>Criteria/Resources</a:t>
            </a:r>
          </a:p>
          <a:p>
            <a:pPr lvl="1"/>
            <a:r>
              <a:rPr lang="en-US" altLang="en-US" dirty="0"/>
              <a:t>Government Code (GC)</a:t>
            </a:r>
          </a:p>
          <a:p>
            <a:pPr lvl="1"/>
            <a:r>
              <a:rPr lang="en-US" altLang="en-US" dirty="0"/>
              <a:t>California Code of Regulations (CCR)</a:t>
            </a:r>
          </a:p>
          <a:p>
            <a:pPr lvl="1"/>
            <a:r>
              <a:rPr lang="en-US" altLang="en-US" dirty="0"/>
              <a:t>Public Agency and Schools Reference Guide</a:t>
            </a:r>
          </a:p>
          <a:p>
            <a:pPr lvl="1"/>
            <a:r>
              <a:rPr lang="en-US" altLang="en-US" dirty="0"/>
              <a:t>Computer Based Training (CBTs)</a:t>
            </a:r>
          </a:p>
          <a:p>
            <a:pPr lvl="1"/>
            <a:r>
              <a:rPr lang="en-US" altLang="en-US" dirty="0"/>
              <a:t>Student Guides</a:t>
            </a:r>
          </a:p>
        </p:txBody>
      </p:sp>
      <p:sp>
        <p:nvSpPr>
          <p:cNvPr id="17412" name="Slide Number Placeholder 3"/>
          <p:cNvSpPr>
            <a:spLocks noGrp="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606060"/>
                </a:solidFill>
                <a:latin typeface="Arial Narrow" pitchFamily="34" charset="0"/>
                <a:ea typeface="ＭＳ Ｐゴシック" pitchFamily="34" charset="-128"/>
              </a:defRPr>
            </a:lvl1pPr>
            <a:lvl2pPr marL="742950" indent="-285750">
              <a:spcBef>
                <a:spcPct val="20000"/>
              </a:spcBef>
              <a:buFont typeface="Times" pitchFamily="18" charset="0"/>
              <a:buChar char="-"/>
              <a:defRPr sz="2600">
                <a:solidFill>
                  <a:srgbClr val="606060"/>
                </a:solidFill>
                <a:latin typeface="Arial Narrow" pitchFamily="34" charset="0"/>
                <a:ea typeface="ＭＳ Ｐゴシック" pitchFamily="34" charset="-128"/>
              </a:defRPr>
            </a:lvl2pPr>
            <a:lvl3pPr marL="1143000" indent="-228600">
              <a:spcBef>
                <a:spcPct val="20000"/>
              </a:spcBef>
              <a:buChar char="•"/>
              <a:defRPr sz="2400">
                <a:solidFill>
                  <a:srgbClr val="606060"/>
                </a:solidFill>
                <a:latin typeface="Arial Narrow" pitchFamily="34" charset="0"/>
                <a:ea typeface="ＭＳ Ｐゴシック" pitchFamily="34" charset="-128"/>
              </a:defRPr>
            </a:lvl3pPr>
            <a:lvl4pPr marL="1600200" indent="-228600">
              <a:spcBef>
                <a:spcPct val="20000"/>
              </a:spcBef>
              <a:buChar char="-"/>
              <a:defRPr sz="2200">
                <a:solidFill>
                  <a:srgbClr val="606060"/>
                </a:solidFill>
                <a:latin typeface="Arial Narrow" pitchFamily="34" charset="0"/>
                <a:ea typeface="ＭＳ Ｐゴシック" pitchFamily="34" charset="-128"/>
              </a:defRPr>
            </a:lvl4pPr>
            <a:lvl5pPr marL="2057400" indent="-228600">
              <a:spcBef>
                <a:spcPct val="20000"/>
              </a:spcBef>
              <a:defRPr sz="2200">
                <a:solidFill>
                  <a:schemeClr val="tx1"/>
                </a:solidFill>
                <a:latin typeface="Arial Narrow" pitchFamily="34" charset="0"/>
                <a:ea typeface="ＭＳ Ｐゴシック" pitchFamily="34" charset="-128"/>
              </a:defRPr>
            </a:lvl5pPr>
            <a:lvl6pPr marL="25146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6pPr>
            <a:lvl7pPr marL="29718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7pPr>
            <a:lvl8pPr marL="34290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8pPr>
            <a:lvl9pPr marL="38862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9pPr>
          </a:lstStyle>
          <a:p>
            <a:pPr>
              <a:spcBef>
                <a:spcPct val="0"/>
              </a:spcBef>
              <a:buFontTx/>
              <a:buNone/>
            </a:pPr>
            <a:fld id="{2389BDBC-D728-4F21-AB55-48B2DA2E172F}" type="slidenum">
              <a:rPr lang="en-US" altLang="en-US" sz="1400" smtClean="0">
                <a:solidFill>
                  <a:srgbClr val="8992AC"/>
                </a:solidFill>
              </a:rPr>
              <a:pPr>
                <a:spcBef>
                  <a:spcPct val="0"/>
                </a:spcBef>
                <a:buFontTx/>
                <a:buNone/>
              </a:pPr>
              <a:t>16</a:t>
            </a:fld>
            <a:endParaRPr lang="en-US" altLang="en-US" sz="1400" smtClean="0">
              <a:solidFill>
                <a:srgbClr val="8992AC"/>
              </a:solidFill>
            </a:endParaRPr>
          </a:p>
        </p:txBody>
      </p:sp>
      <p:sp>
        <p:nvSpPr>
          <p:cNvPr id="17413" name="Footer Placeholder 4"/>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606060"/>
                </a:solidFill>
                <a:latin typeface="Arial Narrow" pitchFamily="34" charset="0"/>
                <a:ea typeface="ＭＳ Ｐゴシック" pitchFamily="34" charset="-128"/>
              </a:defRPr>
            </a:lvl1pPr>
            <a:lvl2pPr marL="742950" indent="-285750">
              <a:spcBef>
                <a:spcPct val="20000"/>
              </a:spcBef>
              <a:buFont typeface="Times" pitchFamily="18" charset="0"/>
              <a:buChar char="-"/>
              <a:defRPr sz="2600">
                <a:solidFill>
                  <a:srgbClr val="606060"/>
                </a:solidFill>
                <a:latin typeface="Arial Narrow" pitchFamily="34" charset="0"/>
                <a:ea typeface="ＭＳ Ｐゴシック" pitchFamily="34" charset="-128"/>
              </a:defRPr>
            </a:lvl2pPr>
            <a:lvl3pPr marL="1143000" indent="-228600">
              <a:spcBef>
                <a:spcPct val="20000"/>
              </a:spcBef>
              <a:buChar char="•"/>
              <a:defRPr sz="2400">
                <a:solidFill>
                  <a:srgbClr val="606060"/>
                </a:solidFill>
                <a:latin typeface="Arial Narrow" pitchFamily="34" charset="0"/>
                <a:ea typeface="ＭＳ Ｐゴシック" pitchFamily="34" charset="-128"/>
              </a:defRPr>
            </a:lvl3pPr>
            <a:lvl4pPr marL="1600200" indent="-228600">
              <a:spcBef>
                <a:spcPct val="20000"/>
              </a:spcBef>
              <a:buChar char="-"/>
              <a:defRPr sz="2200">
                <a:solidFill>
                  <a:srgbClr val="606060"/>
                </a:solidFill>
                <a:latin typeface="Arial Narrow" pitchFamily="34" charset="0"/>
                <a:ea typeface="ＭＳ Ｐゴシック" pitchFamily="34" charset="-128"/>
              </a:defRPr>
            </a:lvl4pPr>
            <a:lvl5pPr marL="2057400" indent="-228600">
              <a:spcBef>
                <a:spcPct val="20000"/>
              </a:spcBef>
              <a:defRPr sz="2200">
                <a:solidFill>
                  <a:schemeClr val="tx1"/>
                </a:solidFill>
                <a:latin typeface="Arial Narrow" pitchFamily="34" charset="0"/>
                <a:ea typeface="ＭＳ Ｐゴシック" pitchFamily="34" charset="-128"/>
              </a:defRPr>
            </a:lvl5pPr>
            <a:lvl6pPr marL="25146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6pPr>
            <a:lvl7pPr marL="29718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7pPr>
            <a:lvl8pPr marL="34290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8pPr>
            <a:lvl9pPr marL="38862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9pPr>
          </a:lstStyle>
          <a:p>
            <a:pPr>
              <a:spcBef>
                <a:spcPct val="0"/>
              </a:spcBef>
              <a:buFontTx/>
              <a:buNone/>
            </a:pPr>
            <a:endParaRPr lang="en-US" altLang="en-US" sz="1500" dirty="0" smtClean="0">
              <a:solidFill>
                <a:srgbClr val="166494"/>
              </a:solidFill>
            </a:endParaRPr>
          </a:p>
        </p:txBody>
      </p:sp>
    </p:spTree>
    <p:extLst>
      <p:ext uri="{BB962C8B-B14F-4D97-AF65-F5344CB8AC3E}">
        <p14:creationId xmlns:p14="http://schemas.microsoft.com/office/powerpoint/2010/main" val="314426923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5"/>
          <p:cNvSpPr>
            <a:spLocks noGrp="1"/>
          </p:cNvSpPr>
          <p:nvPr>
            <p:ph type="title"/>
          </p:nvPr>
        </p:nvSpPr>
        <p:spPr/>
        <p:txBody>
          <a:bodyPr/>
          <a:lstStyle/>
          <a:p>
            <a:r>
              <a:rPr lang="fr-FR" altLang="en-US" dirty="0" smtClean="0"/>
              <a:t>Common Findings</a:t>
            </a:r>
            <a:endParaRPr lang="en-US" altLang="en-US" dirty="0" smtClean="0"/>
          </a:p>
        </p:txBody>
      </p:sp>
      <p:sp>
        <p:nvSpPr>
          <p:cNvPr id="18435" name="Text Placeholder 6"/>
          <p:cNvSpPr>
            <a:spLocks noGrp="1"/>
          </p:cNvSpPr>
          <p:nvPr>
            <p:ph type="body" sz="quarter" idx="12"/>
          </p:nvPr>
        </p:nvSpPr>
        <p:spPr/>
        <p:txBody>
          <a:bodyPr/>
          <a:lstStyle/>
          <a:p>
            <a:r>
              <a:rPr lang="en-US" altLang="en-US" dirty="0"/>
              <a:t>Pay Schedule must meet the definition in CCR 570.5</a:t>
            </a:r>
          </a:p>
          <a:p>
            <a:pPr lvl="1"/>
            <a:r>
              <a:rPr lang="en-US" altLang="en-US" dirty="0"/>
              <a:t>Approved by the governing body</a:t>
            </a:r>
          </a:p>
          <a:p>
            <a:pPr lvl="1"/>
            <a:r>
              <a:rPr lang="en-US" altLang="en-US" dirty="0"/>
              <a:t>Include all employee positions and </a:t>
            </a:r>
          </a:p>
          <a:p>
            <a:pPr lvl="1"/>
            <a:r>
              <a:rPr lang="en-US" altLang="en-US" dirty="0"/>
              <a:t>Includes </a:t>
            </a:r>
            <a:r>
              <a:rPr lang="en-US" altLang="en-US" dirty="0" err="1"/>
              <a:t>payrate</a:t>
            </a:r>
            <a:r>
              <a:rPr lang="en-US" altLang="en-US" dirty="0"/>
              <a:t>(s) for employee position(s)</a:t>
            </a:r>
          </a:p>
          <a:p>
            <a:pPr lvl="1"/>
            <a:r>
              <a:rPr lang="en-US" altLang="en-US" dirty="0"/>
              <a:t>Include time base</a:t>
            </a:r>
          </a:p>
          <a:p>
            <a:pPr lvl="1"/>
            <a:r>
              <a:rPr lang="en-US" altLang="en-US" dirty="0"/>
              <a:t>Immediately accessible and available for review</a:t>
            </a:r>
          </a:p>
          <a:p>
            <a:pPr lvl="1"/>
            <a:r>
              <a:rPr lang="en-US" altLang="en-US" dirty="0"/>
              <a:t>Indicates effective date and any revision dates</a:t>
            </a:r>
          </a:p>
          <a:p>
            <a:pPr lvl="1"/>
            <a:r>
              <a:rPr lang="en-US" altLang="en-US" dirty="0"/>
              <a:t>Doesn’t reference another document when disclosing </a:t>
            </a:r>
            <a:r>
              <a:rPr lang="en-US" altLang="en-US" dirty="0" err="1"/>
              <a:t>payrate</a:t>
            </a:r>
            <a:endParaRPr lang="en-US" altLang="en-US" dirty="0"/>
          </a:p>
        </p:txBody>
      </p:sp>
      <p:sp>
        <p:nvSpPr>
          <p:cNvPr id="18436" name="Slide Number Placeholder 3"/>
          <p:cNvSpPr>
            <a:spLocks noGrp="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606060"/>
                </a:solidFill>
                <a:latin typeface="Arial Narrow" pitchFamily="34" charset="0"/>
                <a:ea typeface="ＭＳ Ｐゴシック" pitchFamily="34" charset="-128"/>
              </a:defRPr>
            </a:lvl1pPr>
            <a:lvl2pPr marL="742950" indent="-285750">
              <a:spcBef>
                <a:spcPct val="20000"/>
              </a:spcBef>
              <a:buFont typeface="Times" pitchFamily="18" charset="0"/>
              <a:buChar char="-"/>
              <a:defRPr sz="2600">
                <a:solidFill>
                  <a:srgbClr val="606060"/>
                </a:solidFill>
                <a:latin typeface="Arial Narrow" pitchFamily="34" charset="0"/>
                <a:ea typeface="ＭＳ Ｐゴシック" pitchFamily="34" charset="-128"/>
              </a:defRPr>
            </a:lvl2pPr>
            <a:lvl3pPr marL="1143000" indent="-228600">
              <a:spcBef>
                <a:spcPct val="20000"/>
              </a:spcBef>
              <a:buChar char="•"/>
              <a:defRPr sz="2400">
                <a:solidFill>
                  <a:srgbClr val="606060"/>
                </a:solidFill>
                <a:latin typeface="Arial Narrow" pitchFamily="34" charset="0"/>
                <a:ea typeface="ＭＳ Ｐゴシック" pitchFamily="34" charset="-128"/>
              </a:defRPr>
            </a:lvl3pPr>
            <a:lvl4pPr marL="1600200" indent="-228600">
              <a:spcBef>
                <a:spcPct val="20000"/>
              </a:spcBef>
              <a:buChar char="-"/>
              <a:defRPr sz="2200">
                <a:solidFill>
                  <a:srgbClr val="606060"/>
                </a:solidFill>
                <a:latin typeface="Arial Narrow" pitchFamily="34" charset="0"/>
                <a:ea typeface="ＭＳ Ｐゴシック" pitchFamily="34" charset="-128"/>
              </a:defRPr>
            </a:lvl4pPr>
            <a:lvl5pPr marL="2057400" indent="-228600">
              <a:spcBef>
                <a:spcPct val="20000"/>
              </a:spcBef>
              <a:defRPr sz="2200">
                <a:solidFill>
                  <a:schemeClr val="tx1"/>
                </a:solidFill>
                <a:latin typeface="Arial Narrow" pitchFamily="34" charset="0"/>
                <a:ea typeface="ＭＳ Ｐゴシック" pitchFamily="34" charset="-128"/>
              </a:defRPr>
            </a:lvl5pPr>
            <a:lvl6pPr marL="25146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6pPr>
            <a:lvl7pPr marL="29718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7pPr>
            <a:lvl8pPr marL="34290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8pPr>
            <a:lvl9pPr marL="38862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9pPr>
          </a:lstStyle>
          <a:p>
            <a:pPr>
              <a:spcBef>
                <a:spcPct val="0"/>
              </a:spcBef>
              <a:buFontTx/>
              <a:buNone/>
            </a:pPr>
            <a:fld id="{74C282DD-3C18-43EE-B261-C9C2FEAC65C1}" type="slidenum">
              <a:rPr lang="en-US" altLang="en-US" sz="1400" smtClean="0">
                <a:solidFill>
                  <a:srgbClr val="8992AC"/>
                </a:solidFill>
              </a:rPr>
              <a:pPr>
                <a:spcBef>
                  <a:spcPct val="0"/>
                </a:spcBef>
                <a:buFontTx/>
                <a:buNone/>
              </a:pPr>
              <a:t>17</a:t>
            </a:fld>
            <a:endParaRPr lang="en-US" altLang="en-US" sz="1400" smtClean="0">
              <a:solidFill>
                <a:srgbClr val="8992AC"/>
              </a:solidFill>
            </a:endParaRPr>
          </a:p>
        </p:txBody>
      </p:sp>
      <p:sp>
        <p:nvSpPr>
          <p:cNvPr id="18437" name="Footer Placeholder 4"/>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606060"/>
                </a:solidFill>
                <a:latin typeface="Arial Narrow" pitchFamily="34" charset="0"/>
                <a:ea typeface="ＭＳ Ｐゴシック" pitchFamily="34" charset="-128"/>
              </a:defRPr>
            </a:lvl1pPr>
            <a:lvl2pPr marL="742950" indent="-285750">
              <a:spcBef>
                <a:spcPct val="20000"/>
              </a:spcBef>
              <a:buFont typeface="Times" pitchFamily="18" charset="0"/>
              <a:buChar char="-"/>
              <a:defRPr sz="2600">
                <a:solidFill>
                  <a:srgbClr val="606060"/>
                </a:solidFill>
                <a:latin typeface="Arial Narrow" pitchFamily="34" charset="0"/>
                <a:ea typeface="ＭＳ Ｐゴシック" pitchFamily="34" charset="-128"/>
              </a:defRPr>
            </a:lvl2pPr>
            <a:lvl3pPr marL="1143000" indent="-228600">
              <a:spcBef>
                <a:spcPct val="20000"/>
              </a:spcBef>
              <a:buChar char="•"/>
              <a:defRPr sz="2400">
                <a:solidFill>
                  <a:srgbClr val="606060"/>
                </a:solidFill>
                <a:latin typeface="Arial Narrow" pitchFamily="34" charset="0"/>
                <a:ea typeface="ＭＳ Ｐゴシック" pitchFamily="34" charset="-128"/>
              </a:defRPr>
            </a:lvl3pPr>
            <a:lvl4pPr marL="1600200" indent="-228600">
              <a:spcBef>
                <a:spcPct val="20000"/>
              </a:spcBef>
              <a:buChar char="-"/>
              <a:defRPr sz="2200">
                <a:solidFill>
                  <a:srgbClr val="606060"/>
                </a:solidFill>
                <a:latin typeface="Arial Narrow" pitchFamily="34" charset="0"/>
                <a:ea typeface="ＭＳ Ｐゴシック" pitchFamily="34" charset="-128"/>
              </a:defRPr>
            </a:lvl4pPr>
            <a:lvl5pPr marL="2057400" indent="-228600">
              <a:spcBef>
                <a:spcPct val="20000"/>
              </a:spcBef>
              <a:defRPr sz="2200">
                <a:solidFill>
                  <a:schemeClr val="tx1"/>
                </a:solidFill>
                <a:latin typeface="Arial Narrow" pitchFamily="34" charset="0"/>
                <a:ea typeface="ＭＳ Ｐゴシック" pitchFamily="34" charset="-128"/>
              </a:defRPr>
            </a:lvl5pPr>
            <a:lvl6pPr marL="25146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6pPr>
            <a:lvl7pPr marL="29718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7pPr>
            <a:lvl8pPr marL="34290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8pPr>
            <a:lvl9pPr marL="38862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9pPr>
          </a:lstStyle>
          <a:p>
            <a:pPr>
              <a:spcBef>
                <a:spcPct val="0"/>
              </a:spcBef>
              <a:buFontTx/>
              <a:buNone/>
            </a:pPr>
            <a:endParaRPr lang="en-US" altLang="en-US" sz="1500" dirty="0" smtClean="0">
              <a:solidFill>
                <a:srgbClr val="166494"/>
              </a:solidFill>
            </a:endParaRPr>
          </a:p>
        </p:txBody>
      </p:sp>
    </p:spTree>
    <p:extLst>
      <p:ext uri="{BB962C8B-B14F-4D97-AF65-F5344CB8AC3E}">
        <p14:creationId xmlns:p14="http://schemas.microsoft.com/office/powerpoint/2010/main" val="397946607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5"/>
          <p:cNvSpPr>
            <a:spLocks noGrp="1"/>
          </p:cNvSpPr>
          <p:nvPr>
            <p:ph type="title"/>
          </p:nvPr>
        </p:nvSpPr>
        <p:spPr/>
        <p:txBody>
          <a:bodyPr/>
          <a:lstStyle/>
          <a:p>
            <a:r>
              <a:rPr lang="fr-FR" altLang="en-US" dirty="0" smtClean="0"/>
              <a:t>Common Findings</a:t>
            </a:r>
            <a:endParaRPr lang="en-US" altLang="en-US" dirty="0" smtClean="0"/>
          </a:p>
        </p:txBody>
      </p:sp>
      <p:sp>
        <p:nvSpPr>
          <p:cNvPr id="23555" name="Text Placeholder 6"/>
          <p:cNvSpPr>
            <a:spLocks noGrp="1"/>
          </p:cNvSpPr>
          <p:nvPr>
            <p:ph type="body" sz="quarter" idx="12"/>
          </p:nvPr>
        </p:nvSpPr>
        <p:spPr/>
        <p:txBody>
          <a:bodyPr/>
          <a:lstStyle/>
          <a:p>
            <a:r>
              <a:rPr lang="en-US" altLang="en-US" dirty="0"/>
              <a:t>Pay Schedule Resources</a:t>
            </a:r>
          </a:p>
          <a:p>
            <a:pPr lvl="1"/>
            <a:r>
              <a:rPr lang="en-US" altLang="en-US" dirty="0"/>
              <a:t>CCR 570.5</a:t>
            </a:r>
          </a:p>
          <a:p>
            <a:pPr lvl="1"/>
            <a:r>
              <a:rPr lang="en-US" altLang="en-US" dirty="0"/>
              <a:t>Common misreported items of compensation circular letter was issued October 27, 2014.  https://www.calpers.ca.gov/docs/circular-letters/2014/</a:t>
            </a:r>
            <a:r>
              <a:rPr lang="en-US" altLang="en-US" b="1" dirty="0"/>
              <a:t>200-064-14</a:t>
            </a:r>
            <a:r>
              <a:rPr lang="en-US" altLang="en-US" dirty="0"/>
              <a:t>.pdf</a:t>
            </a:r>
          </a:p>
        </p:txBody>
      </p:sp>
      <p:sp>
        <p:nvSpPr>
          <p:cNvPr id="23556" name="Slide Number Placeholder 3"/>
          <p:cNvSpPr>
            <a:spLocks noGrp="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606060"/>
                </a:solidFill>
                <a:latin typeface="Arial Narrow" pitchFamily="34" charset="0"/>
                <a:ea typeface="ＭＳ Ｐゴシック" pitchFamily="34" charset="-128"/>
              </a:defRPr>
            </a:lvl1pPr>
            <a:lvl2pPr marL="742950" indent="-285750">
              <a:spcBef>
                <a:spcPct val="20000"/>
              </a:spcBef>
              <a:buFont typeface="Times" pitchFamily="18" charset="0"/>
              <a:buChar char="-"/>
              <a:defRPr sz="2600">
                <a:solidFill>
                  <a:srgbClr val="606060"/>
                </a:solidFill>
                <a:latin typeface="Arial Narrow" pitchFamily="34" charset="0"/>
                <a:ea typeface="ＭＳ Ｐゴシック" pitchFamily="34" charset="-128"/>
              </a:defRPr>
            </a:lvl2pPr>
            <a:lvl3pPr marL="1143000" indent="-228600">
              <a:spcBef>
                <a:spcPct val="20000"/>
              </a:spcBef>
              <a:buChar char="•"/>
              <a:defRPr sz="2400">
                <a:solidFill>
                  <a:srgbClr val="606060"/>
                </a:solidFill>
                <a:latin typeface="Arial Narrow" pitchFamily="34" charset="0"/>
                <a:ea typeface="ＭＳ Ｐゴシック" pitchFamily="34" charset="-128"/>
              </a:defRPr>
            </a:lvl3pPr>
            <a:lvl4pPr marL="1600200" indent="-228600">
              <a:spcBef>
                <a:spcPct val="20000"/>
              </a:spcBef>
              <a:buChar char="-"/>
              <a:defRPr sz="2200">
                <a:solidFill>
                  <a:srgbClr val="606060"/>
                </a:solidFill>
                <a:latin typeface="Arial Narrow" pitchFamily="34" charset="0"/>
                <a:ea typeface="ＭＳ Ｐゴシック" pitchFamily="34" charset="-128"/>
              </a:defRPr>
            </a:lvl4pPr>
            <a:lvl5pPr marL="2057400" indent="-228600">
              <a:spcBef>
                <a:spcPct val="20000"/>
              </a:spcBef>
              <a:defRPr sz="2200">
                <a:solidFill>
                  <a:schemeClr val="tx1"/>
                </a:solidFill>
                <a:latin typeface="Arial Narrow" pitchFamily="34" charset="0"/>
                <a:ea typeface="ＭＳ Ｐゴシック" pitchFamily="34" charset="-128"/>
              </a:defRPr>
            </a:lvl5pPr>
            <a:lvl6pPr marL="25146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6pPr>
            <a:lvl7pPr marL="29718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7pPr>
            <a:lvl8pPr marL="34290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8pPr>
            <a:lvl9pPr marL="38862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9pPr>
          </a:lstStyle>
          <a:p>
            <a:pPr>
              <a:spcBef>
                <a:spcPct val="0"/>
              </a:spcBef>
              <a:buFontTx/>
              <a:buNone/>
            </a:pPr>
            <a:fld id="{B505CF32-EF85-4A21-AE0D-435A43F1D479}" type="slidenum">
              <a:rPr lang="en-US" altLang="en-US" sz="1400" smtClean="0">
                <a:solidFill>
                  <a:srgbClr val="8992AC"/>
                </a:solidFill>
              </a:rPr>
              <a:pPr>
                <a:spcBef>
                  <a:spcPct val="0"/>
                </a:spcBef>
                <a:buFontTx/>
                <a:buNone/>
              </a:pPr>
              <a:t>18</a:t>
            </a:fld>
            <a:endParaRPr lang="en-US" altLang="en-US" sz="1400" smtClean="0">
              <a:solidFill>
                <a:srgbClr val="8992AC"/>
              </a:solidFill>
            </a:endParaRPr>
          </a:p>
        </p:txBody>
      </p:sp>
      <p:sp>
        <p:nvSpPr>
          <p:cNvPr id="23557" name="Footer Placeholder 4"/>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606060"/>
                </a:solidFill>
                <a:latin typeface="Arial Narrow" pitchFamily="34" charset="0"/>
                <a:ea typeface="ＭＳ Ｐゴシック" pitchFamily="34" charset="-128"/>
              </a:defRPr>
            </a:lvl1pPr>
            <a:lvl2pPr marL="742950" indent="-285750">
              <a:spcBef>
                <a:spcPct val="20000"/>
              </a:spcBef>
              <a:buFont typeface="Times" pitchFamily="18" charset="0"/>
              <a:buChar char="-"/>
              <a:defRPr sz="2600">
                <a:solidFill>
                  <a:srgbClr val="606060"/>
                </a:solidFill>
                <a:latin typeface="Arial Narrow" pitchFamily="34" charset="0"/>
                <a:ea typeface="ＭＳ Ｐゴシック" pitchFamily="34" charset="-128"/>
              </a:defRPr>
            </a:lvl2pPr>
            <a:lvl3pPr marL="1143000" indent="-228600">
              <a:spcBef>
                <a:spcPct val="20000"/>
              </a:spcBef>
              <a:buChar char="•"/>
              <a:defRPr sz="2400">
                <a:solidFill>
                  <a:srgbClr val="606060"/>
                </a:solidFill>
                <a:latin typeface="Arial Narrow" pitchFamily="34" charset="0"/>
                <a:ea typeface="ＭＳ Ｐゴシック" pitchFamily="34" charset="-128"/>
              </a:defRPr>
            </a:lvl3pPr>
            <a:lvl4pPr marL="1600200" indent="-228600">
              <a:spcBef>
                <a:spcPct val="20000"/>
              </a:spcBef>
              <a:buChar char="-"/>
              <a:defRPr sz="2200">
                <a:solidFill>
                  <a:srgbClr val="606060"/>
                </a:solidFill>
                <a:latin typeface="Arial Narrow" pitchFamily="34" charset="0"/>
                <a:ea typeface="ＭＳ Ｐゴシック" pitchFamily="34" charset="-128"/>
              </a:defRPr>
            </a:lvl4pPr>
            <a:lvl5pPr marL="2057400" indent="-228600">
              <a:spcBef>
                <a:spcPct val="20000"/>
              </a:spcBef>
              <a:defRPr sz="2200">
                <a:solidFill>
                  <a:schemeClr val="tx1"/>
                </a:solidFill>
                <a:latin typeface="Arial Narrow" pitchFamily="34" charset="0"/>
                <a:ea typeface="ＭＳ Ｐゴシック" pitchFamily="34" charset="-128"/>
              </a:defRPr>
            </a:lvl5pPr>
            <a:lvl6pPr marL="25146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6pPr>
            <a:lvl7pPr marL="29718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7pPr>
            <a:lvl8pPr marL="34290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8pPr>
            <a:lvl9pPr marL="38862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9pPr>
          </a:lstStyle>
          <a:p>
            <a:pPr>
              <a:spcBef>
                <a:spcPct val="0"/>
              </a:spcBef>
              <a:buFontTx/>
              <a:buNone/>
            </a:pPr>
            <a:endParaRPr lang="en-US" altLang="en-US" sz="1500" dirty="0" smtClean="0">
              <a:solidFill>
                <a:srgbClr val="166494"/>
              </a:solidFill>
            </a:endParaRPr>
          </a:p>
        </p:txBody>
      </p:sp>
    </p:spTree>
    <p:extLst>
      <p:ext uri="{BB962C8B-B14F-4D97-AF65-F5344CB8AC3E}">
        <p14:creationId xmlns:p14="http://schemas.microsoft.com/office/powerpoint/2010/main" val="351021720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5"/>
          <p:cNvSpPr>
            <a:spLocks noGrp="1"/>
          </p:cNvSpPr>
          <p:nvPr>
            <p:ph type="title"/>
          </p:nvPr>
        </p:nvSpPr>
        <p:spPr/>
        <p:txBody>
          <a:bodyPr/>
          <a:lstStyle/>
          <a:p>
            <a:r>
              <a:rPr lang="fr-FR" altLang="en-US" dirty="0" smtClean="0"/>
              <a:t>Common Findings</a:t>
            </a:r>
            <a:endParaRPr lang="en-US" altLang="en-US" dirty="0" smtClean="0"/>
          </a:p>
        </p:txBody>
      </p:sp>
      <p:sp>
        <p:nvSpPr>
          <p:cNvPr id="23555" name="Text Placeholder 6"/>
          <p:cNvSpPr>
            <a:spLocks noGrp="1"/>
          </p:cNvSpPr>
          <p:nvPr>
            <p:ph type="body" sz="quarter" idx="12"/>
          </p:nvPr>
        </p:nvSpPr>
        <p:spPr/>
        <p:txBody>
          <a:bodyPr/>
          <a:lstStyle/>
          <a:p>
            <a:r>
              <a:rPr lang="en-US" altLang="en-US" dirty="0"/>
              <a:t>CCR 571(b)(1) for Written labor policy or agreements</a:t>
            </a:r>
          </a:p>
          <a:p>
            <a:pPr lvl="1"/>
            <a:r>
              <a:rPr lang="en-US" altLang="en-US" dirty="0"/>
              <a:t>Approved in a public meeting</a:t>
            </a:r>
          </a:p>
          <a:p>
            <a:pPr lvl="1"/>
            <a:r>
              <a:rPr lang="en-US" altLang="en-US" dirty="0"/>
              <a:t>Specifies condition for payment</a:t>
            </a:r>
          </a:p>
          <a:p>
            <a:pPr lvl="1"/>
            <a:r>
              <a:rPr lang="en-US" altLang="en-US" dirty="0"/>
              <a:t>Immediately accessible</a:t>
            </a:r>
          </a:p>
          <a:p>
            <a:pPr lvl="1"/>
            <a:r>
              <a:rPr lang="en-US" altLang="en-US" dirty="0"/>
              <a:t>Effective date and revision date</a:t>
            </a:r>
          </a:p>
          <a:p>
            <a:pPr lvl="1"/>
            <a:r>
              <a:rPr lang="en-US" altLang="en-US" dirty="0"/>
              <a:t>Retained for at least 5 years</a:t>
            </a:r>
          </a:p>
          <a:p>
            <a:pPr lvl="1"/>
            <a:r>
              <a:rPr lang="en-US" altLang="en-US" dirty="0"/>
              <a:t>Does not reference another document</a:t>
            </a:r>
          </a:p>
        </p:txBody>
      </p:sp>
      <p:sp>
        <p:nvSpPr>
          <p:cNvPr id="23556" name="Slide Number Placeholder 3"/>
          <p:cNvSpPr>
            <a:spLocks noGrp="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606060"/>
                </a:solidFill>
                <a:latin typeface="Arial Narrow" pitchFamily="34" charset="0"/>
                <a:ea typeface="ＭＳ Ｐゴシック" pitchFamily="34" charset="-128"/>
              </a:defRPr>
            </a:lvl1pPr>
            <a:lvl2pPr marL="742950" indent="-285750">
              <a:spcBef>
                <a:spcPct val="20000"/>
              </a:spcBef>
              <a:buFont typeface="Times" pitchFamily="18" charset="0"/>
              <a:buChar char="-"/>
              <a:defRPr sz="2600">
                <a:solidFill>
                  <a:srgbClr val="606060"/>
                </a:solidFill>
                <a:latin typeface="Arial Narrow" pitchFamily="34" charset="0"/>
                <a:ea typeface="ＭＳ Ｐゴシック" pitchFamily="34" charset="-128"/>
              </a:defRPr>
            </a:lvl2pPr>
            <a:lvl3pPr marL="1143000" indent="-228600">
              <a:spcBef>
                <a:spcPct val="20000"/>
              </a:spcBef>
              <a:buChar char="•"/>
              <a:defRPr sz="2400">
                <a:solidFill>
                  <a:srgbClr val="606060"/>
                </a:solidFill>
                <a:latin typeface="Arial Narrow" pitchFamily="34" charset="0"/>
                <a:ea typeface="ＭＳ Ｐゴシック" pitchFamily="34" charset="-128"/>
              </a:defRPr>
            </a:lvl3pPr>
            <a:lvl4pPr marL="1600200" indent="-228600">
              <a:spcBef>
                <a:spcPct val="20000"/>
              </a:spcBef>
              <a:buChar char="-"/>
              <a:defRPr sz="2200">
                <a:solidFill>
                  <a:srgbClr val="606060"/>
                </a:solidFill>
                <a:latin typeface="Arial Narrow" pitchFamily="34" charset="0"/>
                <a:ea typeface="ＭＳ Ｐゴシック" pitchFamily="34" charset="-128"/>
              </a:defRPr>
            </a:lvl4pPr>
            <a:lvl5pPr marL="2057400" indent="-228600">
              <a:spcBef>
                <a:spcPct val="20000"/>
              </a:spcBef>
              <a:defRPr sz="2200">
                <a:solidFill>
                  <a:schemeClr val="tx1"/>
                </a:solidFill>
                <a:latin typeface="Arial Narrow" pitchFamily="34" charset="0"/>
                <a:ea typeface="ＭＳ Ｐゴシック" pitchFamily="34" charset="-128"/>
              </a:defRPr>
            </a:lvl5pPr>
            <a:lvl6pPr marL="25146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6pPr>
            <a:lvl7pPr marL="29718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7pPr>
            <a:lvl8pPr marL="34290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8pPr>
            <a:lvl9pPr marL="38862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9pPr>
          </a:lstStyle>
          <a:p>
            <a:pPr>
              <a:spcBef>
                <a:spcPct val="0"/>
              </a:spcBef>
              <a:buFontTx/>
              <a:buNone/>
            </a:pPr>
            <a:fld id="{B505CF32-EF85-4A21-AE0D-435A43F1D479}" type="slidenum">
              <a:rPr lang="en-US" altLang="en-US" sz="1400" smtClean="0">
                <a:solidFill>
                  <a:srgbClr val="8992AC"/>
                </a:solidFill>
              </a:rPr>
              <a:pPr>
                <a:spcBef>
                  <a:spcPct val="0"/>
                </a:spcBef>
                <a:buFontTx/>
                <a:buNone/>
              </a:pPr>
              <a:t>19</a:t>
            </a:fld>
            <a:endParaRPr lang="en-US" altLang="en-US" sz="1400" smtClean="0">
              <a:solidFill>
                <a:srgbClr val="8992AC"/>
              </a:solidFill>
            </a:endParaRPr>
          </a:p>
        </p:txBody>
      </p:sp>
    </p:spTree>
    <p:extLst>
      <p:ext uri="{BB962C8B-B14F-4D97-AF65-F5344CB8AC3E}">
        <p14:creationId xmlns:p14="http://schemas.microsoft.com/office/powerpoint/2010/main" val="421651649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5"/>
          <p:cNvSpPr>
            <a:spLocks noGrp="1"/>
          </p:cNvSpPr>
          <p:nvPr>
            <p:ph type="title"/>
          </p:nvPr>
        </p:nvSpPr>
        <p:spPr/>
        <p:txBody>
          <a:bodyPr/>
          <a:lstStyle/>
          <a:p>
            <a:r>
              <a:rPr lang="fr-FR" altLang="en-US" dirty="0" err="1" smtClean="0"/>
              <a:t>Previous</a:t>
            </a:r>
            <a:r>
              <a:rPr lang="fr-FR" altLang="en-US" dirty="0" smtClean="0"/>
              <a:t> Cycle  – </a:t>
            </a:r>
            <a:r>
              <a:rPr lang="fr-FR" altLang="en-US" dirty="0" err="1" smtClean="0"/>
              <a:t>Census</a:t>
            </a:r>
            <a:r>
              <a:rPr lang="fr-FR" altLang="en-US" dirty="0" smtClean="0"/>
              <a:t> Data Validation</a:t>
            </a:r>
            <a:endParaRPr lang="en-US" altLang="en-US" dirty="0" smtClean="0"/>
          </a:p>
        </p:txBody>
      </p:sp>
      <p:sp>
        <p:nvSpPr>
          <p:cNvPr id="6147" name="Text Placeholder 6"/>
          <p:cNvSpPr>
            <a:spLocks noGrp="1"/>
          </p:cNvSpPr>
          <p:nvPr>
            <p:ph type="body" sz="quarter" idx="12"/>
          </p:nvPr>
        </p:nvSpPr>
        <p:spPr/>
        <p:txBody>
          <a:bodyPr/>
          <a:lstStyle/>
          <a:p>
            <a:r>
              <a:rPr lang="en-US" altLang="en-US" dirty="0"/>
              <a:t>Agencies reviewed</a:t>
            </a:r>
          </a:p>
          <a:p>
            <a:pPr lvl="1"/>
            <a:r>
              <a:rPr lang="en-US" altLang="en-US" dirty="0"/>
              <a:t>32 Public Agencies</a:t>
            </a:r>
          </a:p>
          <a:p>
            <a:pPr lvl="1"/>
            <a:r>
              <a:rPr lang="en-US" altLang="en-US" dirty="0"/>
              <a:t>28 Schools</a:t>
            </a:r>
          </a:p>
          <a:p>
            <a:pPr lvl="1"/>
            <a:r>
              <a:rPr lang="en-US" altLang="en-US" dirty="0"/>
              <a:t>4 Judges Retirement System</a:t>
            </a:r>
          </a:p>
          <a:p>
            <a:r>
              <a:rPr lang="en-US" altLang="en-US" dirty="0"/>
              <a:t>Performed as part of our financial statement audit.</a:t>
            </a:r>
          </a:p>
          <a:p>
            <a:r>
              <a:rPr lang="en-US" altLang="en-US" dirty="0"/>
              <a:t>Sample selection performed by external auditors.</a:t>
            </a:r>
          </a:p>
          <a:p>
            <a:r>
              <a:rPr lang="en-US" altLang="en-US" dirty="0"/>
              <a:t>Other Matters</a:t>
            </a:r>
          </a:p>
        </p:txBody>
      </p:sp>
      <p:sp>
        <p:nvSpPr>
          <p:cNvPr id="6148" name="Slide Number Placeholder 3"/>
          <p:cNvSpPr>
            <a:spLocks noGrp="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606060"/>
                </a:solidFill>
                <a:latin typeface="Arial Narrow" pitchFamily="34" charset="0"/>
                <a:ea typeface="ＭＳ Ｐゴシック" pitchFamily="34" charset="-128"/>
              </a:defRPr>
            </a:lvl1pPr>
            <a:lvl2pPr marL="742950" indent="-285750">
              <a:spcBef>
                <a:spcPct val="20000"/>
              </a:spcBef>
              <a:buFont typeface="Times" pitchFamily="18" charset="0"/>
              <a:buChar char="-"/>
              <a:defRPr sz="2600">
                <a:solidFill>
                  <a:srgbClr val="606060"/>
                </a:solidFill>
                <a:latin typeface="Arial Narrow" pitchFamily="34" charset="0"/>
                <a:ea typeface="ＭＳ Ｐゴシック" pitchFamily="34" charset="-128"/>
              </a:defRPr>
            </a:lvl2pPr>
            <a:lvl3pPr marL="1143000" indent="-228600">
              <a:spcBef>
                <a:spcPct val="20000"/>
              </a:spcBef>
              <a:buChar char="•"/>
              <a:defRPr sz="2400">
                <a:solidFill>
                  <a:srgbClr val="606060"/>
                </a:solidFill>
                <a:latin typeface="Arial Narrow" pitchFamily="34" charset="0"/>
                <a:ea typeface="ＭＳ Ｐゴシック" pitchFamily="34" charset="-128"/>
              </a:defRPr>
            </a:lvl3pPr>
            <a:lvl4pPr marL="1600200" indent="-228600">
              <a:spcBef>
                <a:spcPct val="20000"/>
              </a:spcBef>
              <a:buChar char="-"/>
              <a:defRPr sz="2200">
                <a:solidFill>
                  <a:srgbClr val="606060"/>
                </a:solidFill>
                <a:latin typeface="Arial Narrow" pitchFamily="34" charset="0"/>
                <a:ea typeface="ＭＳ Ｐゴシック" pitchFamily="34" charset="-128"/>
              </a:defRPr>
            </a:lvl4pPr>
            <a:lvl5pPr marL="2057400" indent="-228600">
              <a:spcBef>
                <a:spcPct val="20000"/>
              </a:spcBef>
              <a:defRPr sz="2200">
                <a:solidFill>
                  <a:schemeClr val="tx1"/>
                </a:solidFill>
                <a:latin typeface="Arial Narrow" pitchFamily="34" charset="0"/>
                <a:ea typeface="ＭＳ Ｐゴシック" pitchFamily="34" charset="-128"/>
              </a:defRPr>
            </a:lvl5pPr>
            <a:lvl6pPr marL="25146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6pPr>
            <a:lvl7pPr marL="29718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7pPr>
            <a:lvl8pPr marL="34290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8pPr>
            <a:lvl9pPr marL="38862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9pPr>
          </a:lstStyle>
          <a:p>
            <a:pPr>
              <a:spcBef>
                <a:spcPct val="0"/>
              </a:spcBef>
              <a:buFontTx/>
              <a:buNone/>
            </a:pPr>
            <a:fld id="{B2F57D3D-64D2-40B8-B842-151B1CE5DA58}" type="slidenum">
              <a:rPr lang="en-US" altLang="en-US" sz="1400" smtClean="0">
                <a:solidFill>
                  <a:srgbClr val="8992AC"/>
                </a:solidFill>
              </a:rPr>
              <a:pPr>
                <a:spcBef>
                  <a:spcPct val="0"/>
                </a:spcBef>
                <a:buFontTx/>
                <a:buNone/>
              </a:pPr>
              <a:t>20</a:t>
            </a:fld>
            <a:endParaRPr lang="en-US" altLang="en-US" sz="1400" smtClean="0">
              <a:solidFill>
                <a:srgbClr val="8992AC"/>
              </a:solidFill>
            </a:endParaRPr>
          </a:p>
        </p:txBody>
      </p:sp>
      <p:sp>
        <p:nvSpPr>
          <p:cNvPr id="6149" name="Footer Placeholder 4"/>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606060"/>
                </a:solidFill>
                <a:latin typeface="Arial Narrow" pitchFamily="34" charset="0"/>
                <a:ea typeface="ＭＳ Ｐゴシック" pitchFamily="34" charset="-128"/>
              </a:defRPr>
            </a:lvl1pPr>
            <a:lvl2pPr marL="742950" indent="-285750">
              <a:spcBef>
                <a:spcPct val="20000"/>
              </a:spcBef>
              <a:buFont typeface="Times" pitchFamily="18" charset="0"/>
              <a:buChar char="-"/>
              <a:defRPr sz="2600">
                <a:solidFill>
                  <a:srgbClr val="606060"/>
                </a:solidFill>
                <a:latin typeface="Arial Narrow" pitchFamily="34" charset="0"/>
                <a:ea typeface="ＭＳ Ｐゴシック" pitchFamily="34" charset="-128"/>
              </a:defRPr>
            </a:lvl2pPr>
            <a:lvl3pPr marL="1143000" indent="-228600">
              <a:spcBef>
                <a:spcPct val="20000"/>
              </a:spcBef>
              <a:buChar char="•"/>
              <a:defRPr sz="2400">
                <a:solidFill>
                  <a:srgbClr val="606060"/>
                </a:solidFill>
                <a:latin typeface="Arial Narrow" pitchFamily="34" charset="0"/>
                <a:ea typeface="ＭＳ Ｐゴシック" pitchFamily="34" charset="-128"/>
              </a:defRPr>
            </a:lvl3pPr>
            <a:lvl4pPr marL="1600200" indent="-228600">
              <a:spcBef>
                <a:spcPct val="20000"/>
              </a:spcBef>
              <a:buChar char="-"/>
              <a:defRPr sz="2200">
                <a:solidFill>
                  <a:srgbClr val="606060"/>
                </a:solidFill>
                <a:latin typeface="Arial Narrow" pitchFamily="34" charset="0"/>
                <a:ea typeface="ＭＳ Ｐゴシック" pitchFamily="34" charset="-128"/>
              </a:defRPr>
            </a:lvl4pPr>
            <a:lvl5pPr marL="2057400" indent="-228600">
              <a:spcBef>
                <a:spcPct val="20000"/>
              </a:spcBef>
              <a:defRPr sz="2200">
                <a:solidFill>
                  <a:schemeClr val="tx1"/>
                </a:solidFill>
                <a:latin typeface="Arial Narrow" pitchFamily="34" charset="0"/>
                <a:ea typeface="ＭＳ Ｐゴシック" pitchFamily="34" charset="-128"/>
              </a:defRPr>
            </a:lvl5pPr>
            <a:lvl6pPr marL="25146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6pPr>
            <a:lvl7pPr marL="29718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7pPr>
            <a:lvl8pPr marL="34290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8pPr>
            <a:lvl9pPr marL="38862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9pPr>
          </a:lstStyle>
          <a:p>
            <a:pPr>
              <a:spcBef>
                <a:spcPct val="0"/>
              </a:spcBef>
              <a:buFontTx/>
              <a:buNone/>
            </a:pPr>
            <a:endParaRPr lang="en-US" altLang="en-US" sz="1500" dirty="0" smtClean="0">
              <a:solidFill>
                <a:srgbClr val="166494"/>
              </a:solidFill>
            </a:endParaRPr>
          </a:p>
        </p:txBody>
      </p:sp>
    </p:spTree>
    <p:extLst>
      <p:ext uri="{BB962C8B-B14F-4D97-AF65-F5344CB8AC3E}">
        <p14:creationId xmlns:p14="http://schemas.microsoft.com/office/powerpoint/2010/main" val="354057588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5"/>
          <p:cNvSpPr>
            <a:spLocks noGrp="1"/>
          </p:cNvSpPr>
          <p:nvPr>
            <p:ph type="title"/>
          </p:nvPr>
        </p:nvSpPr>
        <p:spPr/>
        <p:txBody>
          <a:bodyPr/>
          <a:lstStyle/>
          <a:p>
            <a:r>
              <a:rPr lang="en-US" altLang="en-US" smtClean="0"/>
              <a:t>Results of the 28 Schools tested</a:t>
            </a:r>
          </a:p>
        </p:txBody>
      </p:sp>
      <p:sp>
        <p:nvSpPr>
          <p:cNvPr id="7171" name="Slide Number Placeholder 2"/>
          <p:cNvSpPr>
            <a:spLocks noGrp="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606060"/>
                </a:solidFill>
                <a:latin typeface="Arial Narrow" pitchFamily="34" charset="0"/>
                <a:ea typeface="ＭＳ Ｐゴシック" pitchFamily="34" charset="-128"/>
              </a:defRPr>
            </a:lvl1pPr>
            <a:lvl2pPr marL="37931725" indent="-37474525">
              <a:spcBef>
                <a:spcPct val="20000"/>
              </a:spcBef>
              <a:buFont typeface="Times" pitchFamily="18" charset="0"/>
              <a:buChar char="-"/>
              <a:defRPr sz="2600">
                <a:solidFill>
                  <a:srgbClr val="606060"/>
                </a:solidFill>
                <a:latin typeface="Arial Narrow" pitchFamily="34" charset="0"/>
                <a:ea typeface="ＭＳ Ｐゴシック" pitchFamily="34" charset="-128"/>
              </a:defRPr>
            </a:lvl2pPr>
            <a:lvl3pPr marL="1143000" indent="-228600">
              <a:spcBef>
                <a:spcPct val="20000"/>
              </a:spcBef>
              <a:buChar char="•"/>
              <a:defRPr sz="2400">
                <a:solidFill>
                  <a:srgbClr val="606060"/>
                </a:solidFill>
                <a:latin typeface="Arial Narrow" pitchFamily="34" charset="0"/>
                <a:ea typeface="ＭＳ Ｐゴシック" pitchFamily="34" charset="-128"/>
              </a:defRPr>
            </a:lvl3pPr>
            <a:lvl4pPr marL="1600200" indent="-228600">
              <a:spcBef>
                <a:spcPct val="20000"/>
              </a:spcBef>
              <a:buChar char="-"/>
              <a:defRPr sz="2200">
                <a:solidFill>
                  <a:srgbClr val="606060"/>
                </a:solidFill>
                <a:latin typeface="Arial Narrow" pitchFamily="34" charset="0"/>
                <a:ea typeface="ＭＳ Ｐゴシック" pitchFamily="34" charset="-128"/>
              </a:defRPr>
            </a:lvl4pPr>
            <a:lvl5pPr marL="2057400" indent="-228600">
              <a:spcBef>
                <a:spcPct val="20000"/>
              </a:spcBef>
              <a:defRPr sz="2200">
                <a:solidFill>
                  <a:schemeClr val="tx1"/>
                </a:solidFill>
                <a:latin typeface="Arial Narrow" pitchFamily="34" charset="0"/>
                <a:ea typeface="ＭＳ Ｐゴシック" pitchFamily="34" charset="-128"/>
              </a:defRPr>
            </a:lvl5pPr>
            <a:lvl6pPr marL="25146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6pPr>
            <a:lvl7pPr marL="29718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7pPr>
            <a:lvl8pPr marL="34290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8pPr>
            <a:lvl9pPr marL="38862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9pPr>
          </a:lstStyle>
          <a:p>
            <a:pPr>
              <a:spcBef>
                <a:spcPct val="0"/>
              </a:spcBef>
              <a:buFontTx/>
              <a:buNone/>
            </a:pPr>
            <a:fld id="{C2CA7F3A-D209-488D-B4AA-3CAB6172F9F6}" type="slidenum">
              <a:rPr lang="en-US" altLang="en-US" sz="1400" smtClean="0">
                <a:solidFill>
                  <a:srgbClr val="8992AC"/>
                </a:solidFill>
              </a:rPr>
              <a:pPr>
                <a:spcBef>
                  <a:spcPct val="0"/>
                </a:spcBef>
                <a:buFontTx/>
                <a:buNone/>
              </a:pPr>
              <a:t>21</a:t>
            </a:fld>
            <a:endParaRPr lang="en-US" altLang="en-US" sz="1400" smtClean="0">
              <a:solidFill>
                <a:srgbClr val="8992AC"/>
              </a:solidFill>
            </a:endParaRPr>
          </a:p>
        </p:txBody>
      </p:sp>
      <p:sp>
        <p:nvSpPr>
          <p:cNvPr id="7172" name="Footer Placeholder 5"/>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606060"/>
                </a:solidFill>
                <a:latin typeface="Arial Narrow" pitchFamily="34" charset="0"/>
                <a:ea typeface="ＭＳ Ｐゴシック" pitchFamily="34" charset="-128"/>
              </a:defRPr>
            </a:lvl1pPr>
            <a:lvl2pPr marL="742950" indent="-285750">
              <a:spcBef>
                <a:spcPct val="20000"/>
              </a:spcBef>
              <a:buFont typeface="Times" pitchFamily="18" charset="0"/>
              <a:buChar char="-"/>
              <a:defRPr sz="2600">
                <a:solidFill>
                  <a:srgbClr val="606060"/>
                </a:solidFill>
                <a:latin typeface="Arial Narrow" pitchFamily="34" charset="0"/>
                <a:ea typeface="ＭＳ Ｐゴシック" pitchFamily="34" charset="-128"/>
              </a:defRPr>
            </a:lvl2pPr>
            <a:lvl3pPr marL="1143000" indent="-228600">
              <a:spcBef>
                <a:spcPct val="20000"/>
              </a:spcBef>
              <a:buChar char="•"/>
              <a:defRPr sz="2400">
                <a:solidFill>
                  <a:srgbClr val="606060"/>
                </a:solidFill>
                <a:latin typeface="Arial Narrow" pitchFamily="34" charset="0"/>
                <a:ea typeface="ＭＳ Ｐゴシック" pitchFamily="34" charset="-128"/>
              </a:defRPr>
            </a:lvl3pPr>
            <a:lvl4pPr marL="1600200" indent="-228600">
              <a:spcBef>
                <a:spcPct val="20000"/>
              </a:spcBef>
              <a:buChar char="-"/>
              <a:defRPr sz="2200">
                <a:solidFill>
                  <a:srgbClr val="606060"/>
                </a:solidFill>
                <a:latin typeface="Arial Narrow" pitchFamily="34" charset="0"/>
                <a:ea typeface="ＭＳ Ｐゴシック" pitchFamily="34" charset="-128"/>
              </a:defRPr>
            </a:lvl4pPr>
            <a:lvl5pPr marL="2057400" indent="-228600">
              <a:spcBef>
                <a:spcPct val="20000"/>
              </a:spcBef>
              <a:defRPr sz="2200">
                <a:solidFill>
                  <a:schemeClr val="tx1"/>
                </a:solidFill>
                <a:latin typeface="Arial Narrow" pitchFamily="34" charset="0"/>
                <a:ea typeface="ＭＳ Ｐゴシック" pitchFamily="34" charset="-128"/>
              </a:defRPr>
            </a:lvl5pPr>
            <a:lvl6pPr marL="25146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6pPr>
            <a:lvl7pPr marL="29718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7pPr>
            <a:lvl8pPr marL="34290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8pPr>
            <a:lvl9pPr marL="38862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9pPr>
          </a:lstStyle>
          <a:p>
            <a:pPr>
              <a:spcBef>
                <a:spcPct val="0"/>
              </a:spcBef>
              <a:buFontTx/>
              <a:buNone/>
            </a:pPr>
            <a:endParaRPr lang="en-US" altLang="en-US" sz="1500" dirty="0" smtClean="0">
              <a:solidFill>
                <a:srgbClr val="166494"/>
              </a:solidFill>
            </a:endParaRPr>
          </a:p>
        </p:txBody>
      </p:sp>
      <p:sp>
        <p:nvSpPr>
          <p:cNvPr id="7173" name="Content Placeholder 4"/>
          <p:cNvSpPr>
            <a:spLocks/>
          </p:cNvSpPr>
          <p:nvPr/>
        </p:nvSpPr>
        <p:spPr bwMode="auto">
          <a:xfrm>
            <a:off x="381000" y="1676400"/>
            <a:ext cx="52578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800">
                <a:solidFill>
                  <a:srgbClr val="606060"/>
                </a:solidFill>
                <a:latin typeface="Arial Narrow" pitchFamily="34" charset="0"/>
                <a:ea typeface="ＭＳ Ｐゴシック" pitchFamily="34" charset="-128"/>
              </a:defRPr>
            </a:lvl1pPr>
            <a:lvl2pPr marL="742950" indent="-285750">
              <a:spcBef>
                <a:spcPct val="20000"/>
              </a:spcBef>
              <a:buFont typeface="Times" pitchFamily="18" charset="0"/>
              <a:buChar char="-"/>
              <a:defRPr sz="2600">
                <a:solidFill>
                  <a:srgbClr val="606060"/>
                </a:solidFill>
                <a:latin typeface="Arial Narrow" pitchFamily="34" charset="0"/>
                <a:ea typeface="ＭＳ Ｐゴシック" pitchFamily="34" charset="-128"/>
              </a:defRPr>
            </a:lvl2pPr>
            <a:lvl3pPr marL="1143000" indent="-228600">
              <a:spcBef>
                <a:spcPct val="20000"/>
              </a:spcBef>
              <a:buChar char="•"/>
              <a:defRPr sz="2400">
                <a:solidFill>
                  <a:srgbClr val="606060"/>
                </a:solidFill>
                <a:latin typeface="Arial Narrow" pitchFamily="34" charset="0"/>
                <a:ea typeface="ＭＳ Ｐゴシック" pitchFamily="34" charset="-128"/>
              </a:defRPr>
            </a:lvl3pPr>
            <a:lvl4pPr marL="1600200" indent="-228600">
              <a:spcBef>
                <a:spcPct val="20000"/>
              </a:spcBef>
              <a:buChar char="-"/>
              <a:defRPr sz="2200">
                <a:solidFill>
                  <a:srgbClr val="606060"/>
                </a:solidFill>
                <a:latin typeface="Arial Narrow" pitchFamily="34" charset="0"/>
                <a:ea typeface="ＭＳ Ｐゴシック" pitchFamily="34" charset="-128"/>
              </a:defRPr>
            </a:lvl4pPr>
            <a:lvl5pPr marL="2057400" indent="-228600">
              <a:spcBef>
                <a:spcPct val="20000"/>
              </a:spcBef>
              <a:defRPr sz="2200">
                <a:solidFill>
                  <a:schemeClr val="tx1"/>
                </a:solidFill>
                <a:latin typeface="Arial Narrow" pitchFamily="34" charset="0"/>
                <a:ea typeface="ＭＳ Ｐゴシック" pitchFamily="34" charset="-128"/>
              </a:defRPr>
            </a:lvl5pPr>
            <a:lvl6pPr marL="25146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6pPr>
            <a:lvl7pPr marL="29718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7pPr>
            <a:lvl8pPr marL="34290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8pPr>
            <a:lvl9pPr marL="38862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9pPr>
          </a:lstStyle>
          <a:p>
            <a:endParaRPr lang="en-US" altLang="en-US"/>
          </a:p>
        </p:txBody>
      </p:sp>
      <p:graphicFrame>
        <p:nvGraphicFramePr>
          <p:cNvPr id="8" name="Chart Placeholder 7"/>
          <p:cNvGraphicFramePr>
            <a:graphicFrameLocks noGrp="1"/>
          </p:cNvGraphicFramePr>
          <p:nvPr>
            <p:ph type="chart" sz="quarter" idx="12"/>
          </p:nvPr>
        </p:nvGraphicFramePr>
        <p:xfrm>
          <a:off x="457200" y="1828800"/>
          <a:ext cx="8153400" cy="37338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70961232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6"/>
          <p:cNvSpPr>
            <a:spLocks noGrp="1"/>
          </p:cNvSpPr>
          <p:nvPr>
            <p:ph type="title"/>
          </p:nvPr>
        </p:nvSpPr>
        <p:spPr/>
        <p:txBody>
          <a:bodyPr/>
          <a:lstStyle/>
          <a:p>
            <a:r>
              <a:rPr lang="en-US" altLang="en-US" dirty="0" smtClean="0"/>
              <a:t>Common Findings</a:t>
            </a:r>
          </a:p>
        </p:txBody>
      </p:sp>
      <p:sp>
        <p:nvSpPr>
          <p:cNvPr id="9219" name="Content Placeholder 7"/>
          <p:cNvSpPr>
            <a:spLocks noGrp="1"/>
          </p:cNvSpPr>
          <p:nvPr>
            <p:ph idx="4294967295"/>
          </p:nvPr>
        </p:nvSpPr>
        <p:spPr>
          <a:xfrm>
            <a:off x="457200" y="1727200"/>
            <a:ext cx="7272338" cy="1397000"/>
          </a:xfrm>
        </p:spPr>
        <p:txBody>
          <a:bodyPr/>
          <a:lstStyle/>
          <a:p>
            <a:r>
              <a:rPr lang="en-US" altLang="en-US" dirty="0" smtClean="0"/>
              <a:t>Permanent separations</a:t>
            </a:r>
          </a:p>
          <a:p>
            <a:r>
              <a:rPr lang="en-US" altLang="en-US" dirty="0" smtClean="0">
                <a:solidFill>
                  <a:srgbClr val="969796"/>
                </a:solidFill>
              </a:rPr>
              <a:t>Retroactive adjustments</a:t>
            </a:r>
          </a:p>
          <a:p>
            <a:endParaRPr lang="en-US" altLang="en-US" dirty="0" smtClean="0"/>
          </a:p>
        </p:txBody>
      </p:sp>
    </p:spTree>
    <p:extLst>
      <p:ext uri="{BB962C8B-B14F-4D97-AF65-F5344CB8AC3E}">
        <p14:creationId xmlns:p14="http://schemas.microsoft.com/office/powerpoint/2010/main" val="3222568794"/>
      </p:ext>
    </p:extLst>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Footer Placeholder 5"/>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606060"/>
                </a:solidFill>
                <a:latin typeface="Arial Narrow" pitchFamily="34" charset="0"/>
                <a:ea typeface="ＭＳ Ｐゴシック" pitchFamily="34" charset="-128"/>
              </a:defRPr>
            </a:lvl1pPr>
            <a:lvl2pPr marL="742950" indent="-285750">
              <a:spcBef>
                <a:spcPct val="20000"/>
              </a:spcBef>
              <a:buFont typeface="Times" pitchFamily="18" charset="0"/>
              <a:buChar char="-"/>
              <a:defRPr sz="2600">
                <a:solidFill>
                  <a:srgbClr val="606060"/>
                </a:solidFill>
                <a:latin typeface="Arial Narrow" pitchFamily="34" charset="0"/>
                <a:ea typeface="ＭＳ Ｐゴシック" pitchFamily="34" charset="-128"/>
              </a:defRPr>
            </a:lvl2pPr>
            <a:lvl3pPr marL="1143000" indent="-228600">
              <a:spcBef>
                <a:spcPct val="20000"/>
              </a:spcBef>
              <a:buChar char="•"/>
              <a:defRPr sz="2400">
                <a:solidFill>
                  <a:srgbClr val="606060"/>
                </a:solidFill>
                <a:latin typeface="Arial Narrow" pitchFamily="34" charset="0"/>
                <a:ea typeface="ＭＳ Ｐゴシック" pitchFamily="34" charset="-128"/>
              </a:defRPr>
            </a:lvl3pPr>
            <a:lvl4pPr marL="1600200" indent="-228600">
              <a:spcBef>
                <a:spcPct val="20000"/>
              </a:spcBef>
              <a:buChar char="-"/>
              <a:defRPr sz="2200">
                <a:solidFill>
                  <a:srgbClr val="606060"/>
                </a:solidFill>
                <a:latin typeface="Arial Narrow" pitchFamily="34" charset="0"/>
                <a:ea typeface="ＭＳ Ｐゴシック" pitchFamily="34" charset="-128"/>
              </a:defRPr>
            </a:lvl4pPr>
            <a:lvl5pPr marL="2057400" indent="-228600">
              <a:spcBef>
                <a:spcPct val="20000"/>
              </a:spcBef>
              <a:defRPr sz="2200">
                <a:solidFill>
                  <a:schemeClr val="tx1"/>
                </a:solidFill>
                <a:latin typeface="Arial Narrow" pitchFamily="34" charset="0"/>
                <a:ea typeface="ＭＳ Ｐゴシック" pitchFamily="34" charset="-128"/>
              </a:defRPr>
            </a:lvl5pPr>
            <a:lvl6pPr marL="25146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6pPr>
            <a:lvl7pPr marL="29718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7pPr>
            <a:lvl8pPr marL="34290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8pPr>
            <a:lvl9pPr marL="38862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9pPr>
          </a:lstStyle>
          <a:p>
            <a:pPr>
              <a:spcBef>
                <a:spcPct val="0"/>
              </a:spcBef>
              <a:buFontTx/>
              <a:buNone/>
            </a:pPr>
            <a:endParaRPr lang="en-US" altLang="en-US" sz="1500" dirty="0" smtClean="0">
              <a:solidFill>
                <a:srgbClr val="166494"/>
              </a:solidFill>
            </a:endParaRPr>
          </a:p>
        </p:txBody>
      </p:sp>
      <p:sp>
        <p:nvSpPr>
          <p:cNvPr id="10243" name="Title 3"/>
          <p:cNvSpPr>
            <a:spLocks noGrp="1"/>
          </p:cNvSpPr>
          <p:nvPr>
            <p:ph type="title"/>
          </p:nvPr>
        </p:nvSpPr>
        <p:spPr/>
        <p:txBody>
          <a:bodyPr/>
          <a:lstStyle/>
          <a:p>
            <a:r>
              <a:rPr lang="en-US" altLang="en-US" dirty="0" smtClean="0"/>
              <a:t>Permanent Separations</a:t>
            </a:r>
          </a:p>
        </p:txBody>
      </p:sp>
      <p:sp>
        <p:nvSpPr>
          <p:cNvPr id="10244" name="Content Placeholder 4"/>
          <p:cNvSpPr>
            <a:spLocks noGrp="1"/>
          </p:cNvSpPr>
          <p:nvPr>
            <p:ph idx="4294967295"/>
          </p:nvPr>
        </p:nvSpPr>
        <p:spPr/>
        <p:txBody>
          <a:bodyPr/>
          <a:lstStyle/>
          <a:p>
            <a:r>
              <a:rPr lang="en-US" altLang="en-US" dirty="0" smtClean="0"/>
              <a:t>Agency’s are responsible to report permanent separations</a:t>
            </a:r>
          </a:p>
          <a:p>
            <a:pPr lvl="1"/>
            <a:r>
              <a:rPr lang="en-US" altLang="en-US" dirty="0" smtClean="0"/>
              <a:t>No longer working for the Agency</a:t>
            </a:r>
          </a:p>
          <a:p>
            <a:pPr lvl="1"/>
            <a:r>
              <a:rPr lang="en-US" altLang="en-US" dirty="0" smtClean="0"/>
              <a:t>Retired</a:t>
            </a:r>
          </a:p>
          <a:p>
            <a:pPr lvl="1"/>
            <a:r>
              <a:rPr lang="en-US" altLang="en-US" dirty="0" smtClean="0"/>
              <a:t>Substitute teachers </a:t>
            </a:r>
          </a:p>
        </p:txBody>
      </p:sp>
      <p:sp>
        <p:nvSpPr>
          <p:cNvPr id="10245" name="Slide Number Placeholder 5"/>
          <p:cNvSpPr>
            <a:spLocks noGrp="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606060"/>
                </a:solidFill>
                <a:latin typeface="Arial Narrow" pitchFamily="34" charset="0"/>
                <a:ea typeface="ＭＳ Ｐゴシック" pitchFamily="34" charset="-128"/>
              </a:defRPr>
            </a:lvl1pPr>
            <a:lvl2pPr marL="37931725" indent="-37474525">
              <a:spcBef>
                <a:spcPct val="20000"/>
              </a:spcBef>
              <a:buFont typeface="Times" pitchFamily="18" charset="0"/>
              <a:buChar char="-"/>
              <a:defRPr sz="2600">
                <a:solidFill>
                  <a:srgbClr val="606060"/>
                </a:solidFill>
                <a:latin typeface="Arial Narrow" pitchFamily="34" charset="0"/>
                <a:ea typeface="ＭＳ Ｐゴシック" pitchFamily="34" charset="-128"/>
              </a:defRPr>
            </a:lvl2pPr>
            <a:lvl3pPr marL="1143000" indent="-228600">
              <a:spcBef>
                <a:spcPct val="20000"/>
              </a:spcBef>
              <a:buChar char="•"/>
              <a:defRPr sz="2400">
                <a:solidFill>
                  <a:srgbClr val="606060"/>
                </a:solidFill>
                <a:latin typeface="Arial Narrow" pitchFamily="34" charset="0"/>
                <a:ea typeface="ＭＳ Ｐゴシック" pitchFamily="34" charset="-128"/>
              </a:defRPr>
            </a:lvl3pPr>
            <a:lvl4pPr marL="1600200" indent="-228600">
              <a:spcBef>
                <a:spcPct val="20000"/>
              </a:spcBef>
              <a:buChar char="-"/>
              <a:defRPr sz="2200">
                <a:solidFill>
                  <a:srgbClr val="606060"/>
                </a:solidFill>
                <a:latin typeface="Arial Narrow" pitchFamily="34" charset="0"/>
                <a:ea typeface="ＭＳ Ｐゴシック" pitchFamily="34" charset="-128"/>
              </a:defRPr>
            </a:lvl4pPr>
            <a:lvl5pPr marL="2057400" indent="-228600">
              <a:spcBef>
                <a:spcPct val="20000"/>
              </a:spcBef>
              <a:defRPr sz="2200">
                <a:solidFill>
                  <a:schemeClr val="tx1"/>
                </a:solidFill>
                <a:latin typeface="Arial Narrow" pitchFamily="34" charset="0"/>
                <a:ea typeface="ＭＳ Ｐゴシック" pitchFamily="34" charset="-128"/>
              </a:defRPr>
            </a:lvl5pPr>
            <a:lvl6pPr marL="25146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6pPr>
            <a:lvl7pPr marL="29718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7pPr>
            <a:lvl8pPr marL="34290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8pPr>
            <a:lvl9pPr marL="38862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9pPr>
          </a:lstStyle>
          <a:p>
            <a:pPr>
              <a:spcBef>
                <a:spcPct val="0"/>
              </a:spcBef>
              <a:buFontTx/>
              <a:buNone/>
            </a:pPr>
            <a:fld id="{6FFF4BB2-74D7-41A8-AB6D-661B37DD7714}" type="slidenum">
              <a:rPr lang="en-US" altLang="en-US" sz="1400" smtClean="0">
                <a:solidFill>
                  <a:srgbClr val="8992AC"/>
                </a:solidFill>
              </a:rPr>
              <a:pPr>
                <a:spcBef>
                  <a:spcPct val="0"/>
                </a:spcBef>
                <a:buFontTx/>
                <a:buNone/>
              </a:pPr>
              <a:t>23</a:t>
            </a:fld>
            <a:endParaRPr lang="en-US" altLang="en-US" sz="1400" smtClean="0">
              <a:solidFill>
                <a:srgbClr val="8992AC"/>
              </a:solidFill>
            </a:endParaRPr>
          </a:p>
        </p:txBody>
      </p:sp>
    </p:spTree>
    <p:extLst>
      <p:ext uri="{BB962C8B-B14F-4D97-AF65-F5344CB8AC3E}">
        <p14:creationId xmlns:p14="http://schemas.microsoft.com/office/powerpoint/2010/main" val="35122827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5"/>
          <p:cNvSpPr>
            <a:spLocks noGrp="1"/>
          </p:cNvSpPr>
          <p:nvPr>
            <p:ph type="ftr" sz="quarter" idx="1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606060"/>
                </a:solidFill>
                <a:latin typeface="Arial Narrow" pitchFamily="34" charset="0"/>
                <a:ea typeface="ＭＳ Ｐゴシック" pitchFamily="34" charset="-128"/>
              </a:defRPr>
            </a:lvl1pPr>
            <a:lvl2pPr marL="742950" indent="-285750">
              <a:spcBef>
                <a:spcPct val="20000"/>
              </a:spcBef>
              <a:buFont typeface="Times" pitchFamily="18" charset="0"/>
              <a:buChar char="-"/>
              <a:defRPr sz="2600">
                <a:solidFill>
                  <a:srgbClr val="606060"/>
                </a:solidFill>
                <a:latin typeface="Arial Narrow" pitchFamily="34" charset="0"/>
                <a:ea typeface="ＭＳ Ｐゴシック" pitchFamily="34" charset="-128"/>
              </a:defRPr>
            </a:lvl2pPr>
            <a:lvl3pPr marL="1143000" indent="-228600">
              <a:spcBef>
                <a:spcPct val="20000"/>
              </a:spcBef>
              <a:buChar char="•"/>
              <a:defRPr sz="2400">
                <a:solidFill>
                  <a:srgbClr val="606060"/>
                </a:solidFill>
                <a:latin typeface="Arial Narrow" pitchFamily="34" charset="0"/>
                <a:ea typeface="ＭＳ Ｐゴシック" pitchFamily="34" charset="-128"/>
              </a:defRPr>
            </a:lvl3pPr>
            <a:lvl4pPr marL="1600200" indent="-228600">
              <a:spcBef>
                <a:spcPct val="20000"/>
              </a:spcBef>
              <a:buChar char="-"/>
              <a:defRPr sz="2200">
                <a:solidFill>
                  <a:srgbClr val="606060"/>
                </a:solidFill>
                <a:latin typeface="Arial Narrow" pitchFamily="34" charset="0"/>
                <a:ea typeface="ＭＳ Ｐゴシック" pitchFamily="34" charset="-128"/>
              </a:defRPr>
            </a:lvl4pPr>
            <a:lvl5pPr marL="2057400" indent="-228600">
              <a:spcBef>
                <a:spcPct val="20000"/>
              </a:spcBef>
              <a:defRPr sz="2200">
                <a:solidFill>
                  <a:schemeClr val="tx1"/>
                </a:solidFill>
                <a:latin typeface="Arial Narrow" pitchFamily="34" charset="0"/>
                <a:ea typeface="ＭＳ Ｐゴシック" pitchFamily="34" charset="-128"/>
              </a:defRPr>
            </a:lvl5pPr>
            <a:lvl6pPr marL="25146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6pPr>
            <a:lvl7pPr marL="29718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7pPr>
            <a:lvl8pPr marL="34290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8pPr>
            <a:lvl9pPr marL="38862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9pPr>
          </a:lstStyle>
          <a:p>
            <a:pPr>
              <a:spcBef>
                <a:spcPct val="0"/>
              </a:spcBef>
              <a:buFontTx/>
              <a:buNone/>
            </a:pPr>
            <a:endParaRPr lang="en-US" altLang="en-US" sz="1500" dirty="0" smtClean="0">
              <a:solidFill>
                <a:srgbClr val="166494"/>
              </a:solidFill>
            </a:endParaRPr>
          </a:p>
        </p:txBody>
      </p:sp>
      <p:sp>
        <p:nvSpPr>
          <p:cNvPr id="11267" name="Title 3"/>
          <p:cNvSpPr>
            <a:spLocks noGrp="1"/>
          </p:cNvSpPr>
          <p:nvPr>
            <p:ph type="title"/>
          </p:nvPr>
        </p:nvSpPr>
        <p:spPr/>
        <p:txBody>
          <a:bodyPr/>
          <a:lstStyle/>
          <a:p>
            <a:r>
              <a:rPr lang="en-US" altLang="en-US" smtClean="0"/>
              <a:t>Permanent Separations</a:t>
            </a:r>
          </a:p>
        </p:txBody>
      </p:sp>
      <p:sp>
        <p:nvSpPr>
          <p:cNvPr id="11268" name="Content Placeholder 4"/>
          <p:cNvSpPr>
            <a:spLocks noGrp="1"/>
          </p:cNvSpPr>
          <p:nvPr>
            <p:ph idx="4294967295"/>
          </p:nvPr>
        </p:nvSpPr>
        <p:spPr/>
        <p:txBody>
          <a:bodyPr/>
          <a:lstStyle/>
          <a:p>
            <a:r>
              <a:rPr lang="en-US" altLang="en-US" dirty="0" smtClean="0"/>
              <a:t>Resources</a:t>
            </a:r>
          </a:p>
          <a:p>
            <a:pPr lvl="1"/>
            <a:r>
              <a:rPr lang="en-US" altLang="en-US" sz="1800" dirty="0" smtClean="0"/>
              <a:t>Computer Based Training</a:t>
            </a:r>
          </a:p>
          <a:p>
            <a:pPr lvl="2"/>
            <a:r>
              <a:rPr lang="en-US" altLang="en-US" sz="1400" dirty="0" smtClean="0"/>
              <a:t>Permanent Separation</a:t>
            </a:r>
          </a:p>
          <a:p>
            <a:pPr lvl="1"/>
            <a:r>
              <a:rPr lang="en-US" altLang="en-US" sz="1800" dirty="0" smtClean="0"/>
              <a:t>Student Guides</a:t>
            </a:r>
          </a:p>
          <a:p>
            <a:pPr lvl="2"/>
            <a:r>
              <a:rPr lang="en-US" altLang="en-US" sz="1400" dirty="0" smtClean="0"/>
              <a:t>Course 103</a:t>
            </a:r>
          </a:p>
          <a:p>
            <a:pPr lvl="2"/>
            <a:r>
              <a:rPr lang="en-US" altLang="en-US" sz="1400" dirty="0" smtClean="0"/>
              <a:t>Scenario 5</a:t>
            </a:r>
          </a:p>
          <a:p>
            <a:pPr lvl="2"/>
            <a:r>
              <a:rPr lang="en-US" altLang="en-US" sz="1400" dirty="0" smtClean="0">
                <a:hlinkClick r:id="rId2"/>
              </a:rPr>
              <a:t>https://www.calpers.ca.gov/docs/course-103.pdf</a:t>
            </a:r>
            <a:endParaRPr lang="en-US" altLang="en-US" sz="1400" dirty="0" smtClean="0"/>
          </a:p>
          <a:p>
            <a:pPr lvl="1"/>
            <a:r>
              <a:rPr lang="en-US" altLang="en-US" sz="1800" dirty="0" smtClean="0"/>
              <a:t>Circular Letter No: 200-015-16</a:t>
            </a:r>
          </a:p>
          <a:p>
            <a:pPr lvl="2"/>
            <a:r>
              <a:rPr lang="en-US" altLang="en-US" sz="1400" dirty="0" smtClean="0">
                <a:hlinkClick r:id="rId3"/>
              </a:rPr>
              <a:t>https://www.calpers.ca.gov/docs/circular-letters/2016/200-015-16.pdf</a:t>
            </a:r>
            <a:endParaRPr lang="en-US" altLang="en-US" sz="1400" dirty="0" smtClean="0"/>
          </a:p>
          <a:p>
            <a:endParaRPr lang="en-US" altLang="en-US" dirty="0" smtClean="0"/>
          </a:p>
        </p:txBody>
      </p:sp>
      <p:sp>
        <p:nvSpPr>
          <p:cNvPr id="11269" name="Slide Number Placeholder 5"/>
          <p:cNvSpPr>
            <a:spLocks noGrp="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606060"/>
                </a:solidFill>
                <a:latin typeface="Arial Narrow" pitchFamily="34" charset="0"/>
                <a:ea typeface="ＭＳ Ｐゴシック" pitchFamily="34" charset="-128"/>
              </a:defRPr>
            </a:lvl1pPr>
            <a:lvl2pPr marL="37931725" indent="-37474525">
              <a:spcBef>
                <a:spcPct val="20000"/>
              </a:spcBef>
              <a:buFont typeface="Times" pitchFamily="18" charset="0"/>
              <a:buChar char="-"/>
              <a:defRPr sz="2600">
                <a:solidFill>
                  <a:srgbClr val="606060"/>
                </a:solidFill>
                <a:latin typeface="Arial Narrow" pitchFamily="34" charset="0"/>
                <a:ea typeface="ＭＳ Ｐゴシック" pitchFamily="34" charset="-128"/>
              </a:defRPr>
            </a:lvl2pPr>
            <a:lvl3pPr marL="1143000" indent="-228600">
              <a:spcBef>
                <a:spcPct val="20000"/>
              </a:spcBef>
              <a:buChar char="•"/>
              <a:defRPr sz="2400">
                <a:solidFill>
                  <a:srgbClr val="606060"/>
                </a:solidFill>
                <a:latin typeface="Arial Narrow" pitchFamily="34" charset="0"/>
                <a:ea typeface="ＭＳ Ｐゴシック" pitchFamily="34" charset="-128"/>
              </a:defRPr>
            </a:lvl3pPr>
            <a:lvl4pPr marL="1600200" indent="-228600">
              <a:spcBef>
                <a:spcPct val="20000"/>
              </a:spcBef>
              <a:buChar char="-"/>
              <a:defRPr sz="2200">
                <a:solidFill>
                  <a:srgbClr val="606060"/>
                </a:solidFill>
                <a:latin typeface="Arial Narrow" pitchFamily="34" charset="0"/>
                <a:ea typeface="ＭＳ Ｐゴシック" pitchFamily="34" charset="-128"/>
              </a:defRPr>
            </a:lvl4pPr>
            <a:lvl5pPr marL="2057400" indent="-228600">
              <a:spcBef>
                <a:spcPct val="20000"/>
              </a:spcBef>
              <a:defRPr sz="2200">
                <a:solidFill>
                  <a:schemeClr val="tx1"/>
                </a:solidFill>
                <a:latin typeface="Arial Narrow" pitchFamily="34" charset="0"/>
                <a:ea typeface="ＭＳ Ｐゴシック" pitchFamily="34" charset="-128"/>
              </a:defRPr>
            </a:lvl5pPr>
            <a:lvl6pPr marL="25146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6pPr>
            <a:lvl7pPr marL="29718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7pPr>
            <a:lvl8pPr marL="34290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8pPr>
            <a:lvl9pPr marL="38862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9pPr>
          </a:lstStyle>
          <a:p>
            <a:pPr>
              <a:spcBef>
                <a:spcPct val="0"/>
              </a:spcBef>
              <a:buFontTx/>
              <a:buNone/>
            </a:pPr>
            <a:fld id="{6812B0D9-C4BB-44BC-8717-3EA53CDD2FC3}" type="slidenum">
              <a:rPr lang="en-US" altLang="en-US" sz="1400" smtClean="0">
                <a:solidFill>
                  <a:srgbClr val="8992AC"/>
                </a:solidFill>
              </a:rPr>
              <a:pPr>
                <a:spcBef>
                  <a:spcPct val="0"/>
                </a:spcBef>
                <a:buFontTx/>
                <a:buNone/>
              </a:pPr>
              <a:t>24</a:t>
            </a:fld>
            <a:endParaRPr lang="en-US" altLang="en-US" sz="1400" smtClean="0">
              <a:solidFill>
                <a:srgbClr val="8992AC"/>
              </a:solidFill>
            </a:endParaRPr>
          </a:p>
        </p:txBody>
      </p:sp>
    </p:spTree>
    <p:extLst>
      <p:ext uri="{BB962C8B-B14F-4D97-AF65-F5344CB8AC3E}">
        <p14:creationId xmlns:p14="http://schemas.microsoft.com/office/powerpoint/2010/main" val="25807081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6"/>
          <p:cNvSpPr>
            <a:spLocks noGrp="1"/>
          </p:cNvSpPr>
          <p:nvPr>
            <p:ph type="title"/>
          </p:nvPr>
        </p:nvSpPr>
        <p:spPr/>
        <p:txBody>
          <a:bodyPr/>
          <a:lstStyle/>
          <a:p>
            <a:r>
              <a:rPr lang="en-US" altLang="en-US" dirty="0" smtClean="0"/>
              <a:t>Common Findings</a:t>
            </a:r>
          </a:p>
        </p:txBody>
      </p:sp>
      <p:sp>
        <p:nvSpPr>
          <p:cNvPr id="12291" name="Content Placeholder 7"/>
          <p:cNvSpPr>
            <a:spLocks noGrp="1"/>
          </p:cNvSpPr>
          <p:nvPr>
            <p:ph idx="4294967295"/>
          </p:nvPr>
        </p:nvSpPr>
        <p:spPr>
          <a:xfrm>
            <a:off x="533400" y="1727200"/>
            <a:ext cx="8161338" cy="4445000"/>
          </a:xfrm>
        </p:spPr>
        <p:txBody>
          <a:bodyPr/>
          <a:lstStyle/>
          <a:p>
            <a:r>
              <a:rPr lang="en-US" altLang="en-US" dirty="0" smtClean="0">
                <a:solidFill>
                  <a:srgbClr val="000000"/>
                </a:solidFill>
              </a:rPr>
              <a:t>Permanent separations</a:t>
            </a:r>
          </a:p>
          <a:p>
            <a:r>
              <a:rPr lang="en-US" altLang="en-US" dirty="0" smtClean="0">
                <a:solidFill>
                  <a:srgbClr val="000000"/>
                </a:solidFill>
              </a:rPr>
              <a:t>Retroactive adjustments</a:t>
            </a:r>
          </a:p>
          <a:p>
            <a:endParaRPr lang="en-US" altLang="en-US" dirty="0" smtClean="0"/>
          </a:p>
        </p:txBody>
      </p:sp>
    </p:spTree>
    <p:extLst>
      <p:ext uri="{BB962C8B-B14F-4D97-AF65-F5344CB8AC3E}">
        <p14:creationId xmlns:p14="http://schemas.microsoft.com/office/powerpoint/2010/main" val="3082206182"/>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US" altLang="en-US" smtClean="0"/>
              <a:t>Retroactive Adjustments</a:t>
            </a:r>
          </a:p>
        </p:txBody>
      </p:sp>
      <p:sp>
        <p:nvSpPr>
          <p:cNvPr id="13315" name="Content Placeholder 2"/>
          <p:cNvSpPr>
            <a:spLocks noGrp="1"/>
          </p:cNvSpPr>
          <p:nvPr>
            <p:ph idx="4294967295"/>
          </p:nvPr>
        </p:nvSpPr>
        <p:spPr>
          <a:xfrm>
            <a:off x="457200" y="1727200"/>
            <a:ext cx="8237538" cy="4445000"/>
          </a:xfrm>
        </p:spPr>
        <p:txBody>
          <a:bodyPr/>
          <a:lstStyle/>
          <a:p>
            <a:r>
              <a:rPr lang="en-US" altLang="en-US" dirty="0" smtClean="0"/>
              <a:t>Retroactive salary adjustments </a:t>
            </a:r>
          </a:p>
          <a:p>
            <a:r>
              <a:rPr lang="en-US" altLang="en-US" dirty="0" smtClean="0"/>
              <a:t>Retroactive special compensation adjustments</a:t>
            </a:r>
          </a:p>
          <a:p>
            <a:pPr lvl="1"/>
            <a:r>
              <a:rPr lang="en-US" altLang="en-US" dirty="0" smtClean="0"/>
              <a:t>Reported using the correct transaction types</a:t>
            </a:r>
          </a:p>
          <a:p>
            <a:pPr lvl="1"/>
            <a:r>
              <a:rPr lang="en-US" altLang="en-US" dirty="0" smtClean="0"/>
              <a:t>Reported as earned</a:t>
            </a:r>
          </a:p>
        </p:txBody>
      </p:sp>
    </p:spTree>
    <p:extLst>
      <p:ext uri="{BB962C8B-B14F-4D97-AF65-F5344CB8AC3E}">
        <p14:creationId xmlns:p14="http://schemas.microsoft.com/office/powerpoint/2010/main" val="1969447953"/>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304800" y="979488"/>
            <a:ext cx="6967538" cy="731837"/>
          </a:xfrm>
        </p:spPr>
        <p:txBody>
          <a:bodyPr/>
          <a:lstStyle/>
          <a:p>
            <a:r>
              <a:rPr lang="en-US" altLang="en-US" dirty="0" smtClean="0"/>
              <a:t>Retroactive Adjustments</a:t>
            </a:r>
          </a:p>
        </p:txBody>
      </p:sp>
      <p:sp>
        <p:nvSpPr>
          <p:cNvPr id="14339" name="Content Placeholder 2"/>
          <p:cNvSpPr>
            <a:spLocks noGrp="1"/>
          </p:cNvSpPr>
          <p:nvPr>
            <p:ph idx="1"/>
          </p:nvPr>
        </p:nvSpPr>
        <p:spPr>
          <a:xfrm>
            <a:off x="381000" y="1905000"/>
            <a:ext cx="8077200" cy="4119563"/>
          </a:xfrm>
        </p:spPr>
        <p:txBody>
          <a:bodyPr/>
          <a:lstStyle/>
          <a:p>
            <a:r>
              <a:rPr lang="en-US" altLang="en-US" sz="2000" dirty="0" smtClean="0"/>
              <a:t>Computer Based Training</a:t>
            </a:r>
          </a:p>
          <a:p>
            <a:pPr lvl="1"/>
            <a:r>
              <a:rPr lang="en-US" altLang="en-US" sz="1800" dirty="0" smtClean="0"/>
              <a:t>Making Adjustments to Posted Records in </a:t>
            </a:r>
            <a:r>
              <a:rPr lang="en-US" altLang="en-US" sz="1800" dirty="0" err="1" smtClean="0"/>
              <a:t>my|CalPERS</a:t>
            </a:r>
            <a:endParaRPr lang="en-US" altLang="en-US" sz="1800" dirty="0" smtClean="0"/>
          </a:p>
          <a:p>
            <a:pPr lvl="1"/>
            <a:r>
              <a:rPr lang="en-US" altLang="en-US" sz="1800" dirty="0" smtClean="0"/>
              <a:t>Reporting &amp; Adjusting Special Compensation</a:t>
            </a:r>
          </a:p>
          <a:p>
            <a:r>
              <a:rPr lang="en-US" altLang="en-US" sz="2000" dirty="0" smtClean="0"/>
              <a:t>Student Guides</a:t>
            </a:r>
          </a:p>
          <a:p>
            <a:pPr lvl="1"/>
            <a:r>
              <a:rPr lang="en-US" altLang="en-US" sz="1800" dirty="0" smtClean="0"/>
              <a:t>Course 204</a:t>
            </a:r>
          </a:p>
          <a:p>
            <a:pPr lvl="1"/>
            <a:r>
              <a:rPr lang="en-US" altLang="en-US" sz="1800" dirty="0" smtClean="0"/>
              <a:t>Units 3 &amp; 4</a:t>
            </a:r>
          </a:p>
          <a:p>
            <a:pPr lvl="1"/>
            <a:r>
              <a:rPr lang="en-US" altLang="en-US" sz="1800" u="sng" dirty="0" smtClean="0">
                <a:hlinkClick r:id="rId3"/>
              </a:rPr>
              <a:t>https://www.calpers.ca.gov/docs/course-204.pdf</a:t>
            </a:r>
            <a:endParaRPr lang="en-US" altLang="en-US" sz="1800" dirty="0" smtClean="0"/>
          </a:p>
          <a:p>
            <a:pPr lvl="1"/>
            <a:endParaRPr lang="en-US" altLang="en-US" dirty="0" smtClean="0"/>
          </a:p>
        </p:txBody>
      </p:sp>
      <p:sp>
        <p:nvSpPr>
          <p:cNvPr id="6" name="Text Placeholder 5"/>
          <p:cNvSpPr>
            <a:spLocks noGrp="1"/>
          </p:cNvSpPr>
          <p:nvPr>
            <p:ph type="body" sz="quarter" idx="10"/>
          </p:nvPr>
        </p:nvSpPr>
        <p:spPr>
          <a:xfrm>
            <a:off x="1720850" y="1524000"/>
            <a:ext cx="6980238" cy="614363"/>
          </a:xfrm>
        </p:spPr>
        <p:txBody>
          <a:bodyPr/>
          <a:lstStyle/>
          <a:p>
            <a:pPr>
              <a:defRPr/>
            </a:pPr>
            <a:r>
              <a:rPr lang="en-US" dirty="0" smtClean="0"/>
              <a:t>Resources</a:t>
            </a:r>
            <a:endParaRPr lang="en-US" dirty="0"/>
          </a:p>
          <a:p>
            <a:pPr>
              <a:defRPr/>
            </a:pPr>
            <a:r>
              <a:rPr lang="en-US" dirty="0" smtClean="0"/>
              <a:t> </a:t>
            </a:r>
            <a:endParaRPr lang="en-US" dirty="0"/>
          </a:p>
        </p:txBody>
      </p:sp>
    </p:spTree>
    <p:extLst>
      <p:ext uri="{BB962C8B-B14F-4D97-AF65-F5344CB8AC3E}">
        <p14:creationId xmlns:p14="http://schemas.microsoft.com/office/powerpoint/2010/main" val="2505246397"/>
      </p:ext>
    </p:extLst>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5"/>
          <p:cNvSpPr>
            <a:spLocks noGrp="1"/>
          </p:cNvSpPr>
          <p:nvPr>
            <p:ph type="title"/>
          </p:nvPr>
        </p:nvSpPr>
        <p:spPr>
          <a:xfrm>
            <a:off x="381000" y="990600"/>
            <a:ext cx="8305800" cy="609600"/>
          </a:xfrm>
        </p:spPr>
        <p:txBody>
          <a:bodyPr/>
          <a:lstStyle/>
          <a:p>
            <a:r>
              <a:rPr lang="fr-FR" altLang="en-US" dirty="0" smtClean="0"/>
              <a:t>Common </a:t>
            </a:r>
            <a:r>
              <a:rPr lang="fr-FR" altLang="en-US" dirty="0" err="1" smtClean="0"/>
              <a:t>Findings</a:t>
            </a:r>
            <a:endParaRPr lang="en-US" altLang="en-US" dirty="0" smtClean="0"/>
          </a:p>
        </p:txBody>
      </p:sp>
      <p:sp>
        <p:nvSpPr>
          <p:cNvPr id="20483" name="Slide Number Placeholder 3"/>
          <p:cNvSpPr>
            <a:spLocks noGrp="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606060"/>
                </a:solidFill>
                <a:latin typeface="Arial Narrow" pitchFamily="34" charset="0"/>
                <a:ea typeface="ＭＳ Ｐゴシック" pitchFamily="34" charset="-128"/>
              </a:defRPr>
            </a:lvl1pPr>
            <a:lvl2pPr marL="742950" indent="-285750">
              <a:spcBef>
                <a:spcPct val="20000"/>
              </a:spcBef>
              <a:buFont typeface="Times" pitchFamily="18" charset="0"/>
              <a:buChar char="-"/>
              <a:defRPr sz="2600">
                <a:solidFill>
                  <a:srgbClr val="606060"/>
                </a:solidFill>
                <a:latin typeface="Arial Narrow" pitchFamily="34" charset="0"/>
                <a:ea typeface="ＭＳ Ｐゴシック" pitchFamily="34" charset="-128"/>
              </a:defRPr>
            </a:lvl2pPr>
            <a:lvl3pPr marL="1143000" indent="-228600">
              <a:spcBef>
                <a:spcPct val="20000"/>
              </a:spcBef>
              <a:buChar char="•"/>
              <a:defRPr sz="2400">
                <a:solidFill>
                  <a:srgbClr val="606060"/>
                </a:solidFill>
                <a:latin typeface="Arial Narrow" pitchFamily="34" charset="0"/>
                <a:ea typeface="ＭＳ Ｐゴシック" pitchFamily="34" charset="-128"/>
              </a:defRPr>
            </a:lvl3pPr>
            <a:lvl4pPr marL="1600200" indent="-228600">
              <a:spcBef>
                <a:spcPct val="20000"/>
              </a:spcBef>
              <a:buChar char="-"/>
              <a:defRPr sz="2200">
                <a:solidFill>
                  <a:srgbClr val="606060"/>
                </a:solidFill>
                <a:latin typeface="Arial Narrow" pitchFamily="34" charset="0"/>
                <a:ea typeface="ＭＳ Ｐゴシック" pitchFamily="34" charset="-128"/>
              </a:defRPr>
            </a:lvl4pPr>
            <a:lvl5pPr marL="2057400" indent="-228600">
              <a:spcBef>
                <a:spcPct val="20000"/>
              </a:spcBef>
              <a:defRPr sz="2200">
                <a:solidFill>
                  <a:schemeClr val="tx1"/>
                </a:solidFill>
                <a:latin typeface="Arial Narrow" pitchFamily="34" charset="0"/>
                <a:ea typeface="ＭＳ Ｐゴシック" pitchFamily="34" charset="-128"/>
              </a:defRPr>
            </a:lvl5pPr>
            <a:lvl6pPr marL="25146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6pPr>
            <a:lvl7pPr marL="29718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7pPr>
            <a:lvl8pPr marL="34290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8pPr>
            <a:lvl9pPr marL="38862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9pPr>
          </a:lstStyle>
          <a:p>
            <a:pPr>
              <a:spcBef>
                <a:spcPct val="0"/>
              </a:spcBef>
              <a:buFontTx/>
              <a:buNone/>
            </a:pPr>
            <a:fld id="{A3001BB7-7E35-4E10-B024-159688D7E6DE}" type="slidenum">
              <a:rPr lang="en-US" altLang="en-US" sz="1400" smtClean="0">
                <a:solidFill>
                  <a:srgbClr val="8992AC"/>
                </a:solidFill>
              </a:rPr>
              <a:pPr>
                <a:spcBef>
                  <a:spcPct val="0"/>
                </a:spcBef>
                <a:buFontTx/>
                <a:buNone/>
              </a:pPr>
              <a:t>28</a:t>
            </a:fld>
            <a:endParaRPr lang="en-US" altLang="en-US" sz="1400" smtClean="0">
              <a:solidFill>
                <a:srgbClr val="8992AC"/>
              </a:solidFill>
            </a:endParaRPr>
          </a:p>
        </p:txBody>
      </p:sp>
      <p:graphicFrame>
        <p:nvGraphicFramePr>
          <p:cNvPr id="4" name="Diagram 3"/>
          <p:cNvGraphicFramePr/>
          <p:nvPr>
            <p:extLst>
              <p:ext uri="{D42A27DB-BD31-4B8C-83A1-F6EECF244321}">
                <p14:modId xmlns:p14="http://schemas.microsoft.com/office/powerpoint/2010/main" val="2796934283"/>
              </p:ext>
            </p:extLst>
          </p:nvPr>
        </p:nvGraphicFramePr>
        <p:xfrm>
          <a:off x="381000" y="2209800"/>
          <a:ext cx="8458200" cy="3810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0486" name="TextBox 5"/>
          <p:cNvSpPr txBox="1">
            <a:spLocks noChangeArrowheads="1"/>
          </p:cNvSpPr>
          <p:nvPr/>
        </p:nvSpPr>
        <p:spPr bwMode="auto">
          <a:xfrm>
            <a:off x="381000" y="1905000"/>
            <a:ext cx="8458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800">
                <a:solidFill>
                  <a:srgbClr val="606060"/>
                </a:solidFill>
                <a:latin typeface="Arial Narrow" pitchFamily="34" charset="0"/>
                <a:ea typeface="ＭＳ Ｐゴシック" pitchFamily="34" charset="-128"/>
              </a:defRPr>
            </a:lvl1pPr>
            <a:lvl2pPr marL="742950" indent="-285750">
              <a:spcBef>
                <a:spcPct val="20000"/>
              </a:spcBef>
              <a:buFont typeface="Times" pitchFamily="18" charset="0"/>
              <a:buChar char="-"/>
              <a:defRPr sz="2600">
                <a:solidFill>
                  <a:srgbClr val="606060"/>
                </a:solidFill>
                <a:latin typeface="Arial Narrow" pitchFamily="34" charset="0"/>
                <a:ea typeface="ＭＳ Ｐゴシック" pitchFamily="34" charset="-128"/>
              </a:defRPr>
            </a:lvl2pPr>
            <a:lvl3pPr marL="1143000" indent="-228600">
              <a:spcBef>
                <a:spcPct val="20000"/>
              </a:spcBef>
              <a:buChar char="•"/>
              <a:defRPr sz="2400">
                <a:solidFill>
                  <a:srgbClr val="606060"/>
                </a:solidFill>
                <a:latin typeface="Arial Narrow" pitchFamily="34" charset="0"/>
                <a:ea typeface="ＭＳ Ｐゴシック" pitchFamily="34" charset="-128"/>
              </a:defRPr>
            </a:lvl3pPr>
            <a:lvl4pPr marL="1600200" indent="-228600">
              <a:spcBef>
                <a:spcPct val="20000"/>
              </a:spcBef>
              <a:buChar char="-"/>
              <a:defRPr sz="2200">
                <a:solidFill>
                  <a:srgbClr val="606060"/>
                </a:solidFill>
                <a:latin typeface="Arial Narrow" pitchFamily="34" charset="0"/>
                <a:ea typeface="ＭＳ Ｐゴシック" pitchFamily="34" charset="-128"/>
              </a:defRPr>
            </a:lvl4pPr>
            <a:lvl5pPr marL="2057400" indent="-228600">
              <a:spcBef>
                <a:spcPct val="20000"/>
              </a:spcBef>
              <a:defRPr sz="2200">
                <a:solidFill>
                  <a:schemeClr val="tx1"/>
                </a:solidFill>
                <a:latin typeface="Arial Narrow" pitchFamily="34" charset="0"/>
                <a:ea typeface="ＭＳ Ｐゴシック" pitchFamily="34" charset="-128"/>
              </a:defRPr>
            </a:lvl5pPr>
            <a:lvl6pPr marL="25146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6pPr>
            <a:lvl7pPr marL="29718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7pPr>
            <a:lvl8pPr marL="34290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8pPr>
            <a:lvl9pPr marL="38862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9pPr>
          </a:lstStyle>
          <a:p>
            <a:pPr algn="ctr">
              <a:spcBef>
                <a:spcPct val="0"/>
              </a:spcBef>
              <a:buFontTx/>
              <a:buNone/>
            </a:pPr>
            <a:r>
              <a:rPr lang="en-US" altLang="en-US" sz="2000" u="sng">
                <a:solidFill>
                  <a:schemeClr val="tx1"/>
                </a:solidFill>
                <a:latin typeface="Arial" pitchFamily="34" charset="0"/>
              </a:rPr>
              <a:t>Special Compensation Categories – CCR 571</a:t>
            </a:r>
          </a:p>
        </p:txBody>
      </p:sp>
    </p:spTree>
    <p:extLst>
      <p:ext uri="{BB962C8B-B14F-4D97-AF65-F5344CB8AC3E}">
        <p14:creationId xmlns:p14="http://schemas.microsoft.com/office/powerpoint/2010/main" val="324191221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5"/>
          <p:cNvSpPr>
            <a:spLocks noGrp="1"/>
          </p:cNvSpPr>
          <p:nvPr>
            <p:ph type="title"/>
          </p:nvPr>
        </p:nvSpPr>
        <p:spPr/>
        <p:txBody>
          <a:bodyPr/>
          <a:lstStyle/>
          <a:p>
            <a:r>
              <a:rPr lang="fr-FR" altLang="en-US" dirty="0" smtClean="0"/>
              <a:t>Common </a:t>
            </a:r>
            <a:r>
              <a:rPr lang="fr-FR" altLang="en-US" dirty="0" err="1" smtClean="0"/>
              <a:t>Findings</a:t>
            </a:r>
            <a:endParaRPr lang="en-US" altLang="en-US" dirty="0" smtClean="0"/>
          </a:p>
        </p:txBody>
      </p:sp>
      <p:sp>
        <p:nvSpPr>
          <p:cNvPr id="8195" name="Text Placeholder 6"/>
          <p:cNvSpPr>
            <a:spLocks noGrp="1"/>
          </p:cNvSpPr>
          <p:nvPr>
            <p:ph type="body" sz="quarter" idx="12"/>
          </p:nvPr>
        </p:nvSpPr>
        <p:spPr/>
        <p:txBody>
          <a:bodyPr/>
          <a:lstStyle/>
          <a:p>
            <a:r>
              <a:rPr lang="en-US" altLang="en-US" dirty="0"/>
              <a:t>Special Compensation Resources</a:t>
            </a:r>
          </a:p>
          <a:p>
            <a:pPr lvl="1"/>
            <a:r>
              <a:rPr lang="en-US" altLang="en-US" dirty="0"/>
              <a:t>CCR 571</a:t>
            </a:r>
          </a:p>
          <a:p>
            <a:pPr lvl="1"/>
            <a:r>
              <a:rPr lang="en-US" altLang="en-US" dirty="0"/>
              <a:t>Public Agency and Schools Reference Guide</a:t>
            </a:r>
          </a:p>
          <a:p>
            <a:pPr lvl="1"/>
            <a:r>
              <a:rPr lang="en-US" altLang="en-US" dirty="0"/>
              <a:t>Common audit findings circular letter: https://www.calpers.ca.gov/docs/circular-letters/2014/200-064-14.pdf</a:t>
            </a:r>
          </a:p>
        </p:txBody>
      </p:sp>
      <p:sp>
        <p:nvSpPr>
          <p:cNvPr id="19460" name="Slide Number Placeholder 3"/>
          <p:cNvSpPr>
            <a:spLocks noGrp="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606060"/>
                </a:solidFill>
                <a:latin typeface="Arial Narrow" pitchFamily="34" charset="0"/>
                <a:ea typeface="ＭＳ Ｐゴシック" pitchFamily="34" charset="-128"/>
              </a:defRPr>
            </a:lvl1pPr>
            <a:lvl2pPr marL="742950" indent="-285750">
              <a:spcBef>
                <a:spcPct val="20000"/>
              </a:spcBef>
              <a:buFont typeface="Times" pitchFamily="18" charset="0"/>
              <a:buChar char="-"/>
              <a:defRPr sz="2600">
                <a:solidFill>
                  <a:srgbClr val="606060"/>
                </a:solidFill>
                <a:latin typeface="Arial Narrow" pitchFamily="34" charset="0"/>
                <a:ea typeface="ＭＳ Ｐゴシック" pitchFamily="34" charset="-128"/>
              </a:defRPr>
            </a:lvl2pPr>
            <a:lvl3pPr marL="1143000" indent="-228600">
              <a:spcBef>
                <a:spcPct val="20000"/>
              </a:spcBef>
              <a:buChar char="•"/>
              <a:defRPr sz="2400">
                <a:solidFill>
                  <a:srgbClr val="606060"/>
                </a:solidFill>
                <a:latin typeface="Arial Narrow" pitchFamily="34" charset="0"/>
                <a:ea typeface="ＭＳ Ｐゴシック" pitchFamily="34" charset="-128"/>
              </a:defRPr>
            </a:lvl3pPr>
            <a:lvl4pPr marL="1600200" indent="-228600">
              <a:spcBef>
                <a:spcPct val="20000"/>
              </a:spcBef>
              <a:buChar char="-"/>
              <a:defRPr sz="2200">
                <a:solidFill>
                  <a:srgbClr val="606060"/>
                </a:solidFill>
                <a:latin typeface="Arial Narrow" pitchFamily="34" charset="0"/>
                <a:ea typeface="ＭＳ Ｐゴシック" pitchFamily="34" charset="-128"/>
              </a:defRPr>
            </a:lvl4pPr>
            <a:lvl5pPr marL="2057400" indent="-228600">
              <a:spcBef>
                <a:spcPct val="20000"/>
              </a:spcBef>
              <a:defRPr sz="2200">
                <a:solidFill>
                  <a:schemeClr val="tx1"/>
                </a:solidFill>
                <a:latin typeface="Arial Narrow" pitchFamily="34" charset="0"/>
                <a:ea typeface="ＭＳ Ｐゴシック" pitchFamily="34" charset="-128"/>
              </a:defRPr>
            </a:lvl5pPr>
            <a:lvl6pPr marL="25146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6pPr>
            <a:lvl7pPr marL="29718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7pPr>
            <a:lvl8pPr marL="34290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8pPr>
            <a:lvl9pPr marL="38862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9pPr>
          </a:lstStyle>
          <a:p>
            <a:pPr>
              <a:spcBef>
                <a:spcPct val="0"/>
              </a:spcBef>
              <a:buFontTx/>
              <a:buNone/>
            </a:pPr>
            <a:fld id="{7E5B7DB6-E9EE-4E91-8FDB-35B8BD52C783}" type="slidenum">
              <a:rPr lang="en-US" altLang="en-US" sz="1400" smtClean="0">
                <a:solidFill>
                  <a:srgbClr val="8992AC"/>
                </a:solidFill>
              </a:rPr>
              <a:pPr>
                <a:spcBef>
                  <a:spcPct val="0"/>
                </a:spcBef>
                <a:buFontTx/>
                <a:buNone/>
              </a:pPr>
              <a:t>29</a:t>
            </a:fld>
            <a:endParaRPr lang="en-US" altLang="en-US" sz="1400" smtClean="0">
              <a:solidFill>
                <a:srgbClr val="8992AC"/>
              </a:solidFill>
            </a:endParaRPr>
          </a:p>
        </p:txBody>
      </p:sp>
    </p:spTree>
    <p:extLst>
      <p:ext uri="{BB962C8B-B14F-4D97-AF65-F5344CB8AC3E}">
        <p14:creationId xmlns:p14="http://schemas.microsoft.com/office/powerpoint/2010/main" val="67801388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5"/>
          <p:cNvSpPr>
            <a:spLocks noGrp="1"/>
          </p:cNvSpPr>
          <p:nvPr>
            <p:ph type="title"/>
          </p:nvPr>
        </p:nvSpPr>
        <p:spPr/>
        <p:txBody>
          <a:bodyPr/>
          <a:lstStyle/>
          <a:p>
            <a:r>
              <a:rPr lang="fr-FR" altLang="en-US" dirty="0" err="1"/>
              <a:t>Previous</a:t>
            </a:r>
            <a:r>
              <a:rPr lang="fr-FR" altLang="en-US" dirty="0"/>
              <a:t> Cycle – </a:t>
            </a:r>
            <a:r>
              <a:rPr lang="fr-FR" altLang="en-US" dirty="0" err="1"/>
              <a:t>Special</a:t>
            </a:r>
            <a:r>
              <a:rPr lang="fr-FR" altLang="en-US" dirty="0"/>
              <a:t> Compensation Items</a:t>
            </a:r>
            <a:endParaRPr lang="en-US" altLang="en-US" dirty="0" smtClean="0"/>
          </a:p>
        </p:txBody>
      </p:sp>
      <p:sp>
        <p:nvSpPr>
          <p:cNvPr id="21507" name="Text Placeholder 6"/>
          <p:cNvSpPr>
            <a:spLocks noGrp="1"/>
          </p:cNvSpPr>
          <p:nvPr>
            <p:ph type="body" sz="quarter" idx="12"/>
          </p:nvPr>
        </p:nvSpPr>
        <p:spPr/>
        <p:txBody>
          <a:bodyPr/>
          <a:lstStyle/>
          <a:p>
            <a:pPr>
              <a:defRPr/>
            </a:pPr>
            <a:r>
              <a:rPr lang="en-US" altLang="en-US" dirty="0">
                <a:solidFill>
                  <a:srgbClr val="000000"/>
                </a:solidFill>
              </a:rPr>
              <a:t>Off-Salary Schedule Pay</a:t>
            </a:r>
          </a:p>
          <a:p>
            <a:pPr>
              <a:defRPr/>
            </a:pPr>
            <a:r>
              <a:rPr lang="en-US" altLang="en-US" dirty="0">
                <a:solidFill>
                  <a:schemeClr val="bg1">
                    <a:lumMod val="75000"/>
                  </a:schemeClr>
                </a:solidFill>
              </a:rPr>
              <a:t>Bonus Pay</a:t>
            </a:r>
          </a:p>
          <a:p>
            <a:pPr>
              <a:defRPr/>
            </a:pPr>
            <a:r>
              <a:rPr lang="en-US" altLang="en-US" dirty="0">
                <a:solidFill>
                  <a:schemeClr val="bg1">
                    <a:lumMod val="75000"/>
                  </a:schemeClr>
                </a:solidFill>
              </a:rPr>
              <a:t>Lump sum payments</a:t>
            </a:r>
          </a:p>
          <a:p>
            <a:pPr>
              <a:defRPr/>
            </a:pPr>
            <a:r>
              <a:rPr lang="en-US" altLang="en-US" dirty="0">
                <a:solidFill>
                  <a:schemeClr val="bg1">
                    <a:lumMod val="75000"/>
                  </a:schemeClr>
                </a:solidFill>
              </a:rPr>
              <a:t>Not Reportable</a:t>
            </a:r>
          </a:p>
        </p:txBody>
      </p:sp>
      <p:sp>
        <p:nvSpPr>
          <p:cNvPr id="21508" name="Slide Number Placeholder 3"/>
          <p:cNvSpPr>
            <a:spLocks noGrp="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606060"/>
                </a:solidFill>
                <a:latin typeface="Arial Narrow" pitchFamily="34" charset="0"/>
                <a:ea typeface="ＭＳ Ｐゴシック" pitchFamily="34" charset="-128"/>
              </a:defRPr>
            </a:lvl1pPr>
            <a:lvl2pPr marL="742950" indent="-285750">
              <a:spcBef>
                <a:spcPct val="20000"/>
              </a:spcBef>
              <a:buFont typeface="Times" pitchFamily="18" charset="0"/>
              <a:buChar char="-"/>
              <a:defRPr sz="2600">
                <a:solidFill>
                  <a:srgbClr val="606060"/>
                </a:solidFill>
                <a:latin typeface="Arial Narrow" pitchFamily="34" charset="0"/>
                <a:ea typeface="ＭＳ Ｐゴシック" pitchFamily="34" charset="-128"/>
              </a:defRPr>
            </a:lvl2pPr>
            <a:lvl3pPr marL="1143000" indent="-228600">
              <a:spcBef>
                <a:spcPct val="20000"/>
              </a:spcBef>
              <a:buChar char="•"/>
              <a:defRPr sz="2400">
                <a:solidFill>
                  <a:srgbClr val="606060"/>
                </a:solidFill>
                <a:latin typeface="Arial Narrow" pitchFamily="34" charset="0"/>
                <a:ea typeface="ＭＳ Ｐゴシック" pitchFamily="34" charset="-128"/>
              </a:defRPr>
            </a:lvl3pPr>
            <a:lvl4pPr marL="1600200" indent="-228600">
              <a:spcBef>
                <a:spcPct val="20000"/>
              </a:spcBef>
              <a:buChar char="-"/>
              <a:defRPr sz="2200">
                <a:solidFill>
                  <a:srgbClr val="606060"/>
                </a:solidFill>
                <a:latin typeface="Arial Narrow" pitchFamily="34" charset="0"/>
                <a:ea typeface="ＭＳ Ｐゴシック" pitchFamily="34" charset="-128"/>
              </a:defRPr>
            </a:lvl4pPr>
            <a:lvl5pPr marL="2057400" indent="-228600">
              <a:spcBef>
                <a:spcPct val="20000"/>
              </a:spcBef>
              <a:defRPr sz="2200">
                <a:solidFill>
                  <a:schemeClr val="tx1"/>
                </a:solidFill>
                <a:latin typeface="Arial Narrow" pitchFamily="34" charset="0"/>
                <a:ea typeface="ＭＳ Ｐゴシック" pitchFamily="34" charset="-128"/>
              </a:defRPr>
            </a:lvl5pPr>
            <a:lvl6pPr marL="25146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6pPr>
            <a:lvl7pPr marL="29718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7pPr>
            <a:lvl8pPr marL="34290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8pPr>
            <a:lvl9pPr marL="38862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9pPr>
          </a:lstStyle>
          <a:p>
            <a:pPr>
              <a:spcBef>
                <a:spcPct val="0"/>
              </a:spcBef>
              <a:buFontTx/>
              <a:buNone/>
            </a:pPr>
            <a:fld id="{A80624BA-DE1A-456F-8D89-4A24B33A5052}" type="slidenum">
              <a:rPr lang="en-US" altLang="en-US" sz="1400" smtClean="0">
                <a:solidFill>
                  <a:srgbClr val="8992AC"/>
                </a:solidFill>
              </a:rPr>
              <a:pPr>
                <a:spcBef>
                  <a:spcPct val="0"/>
                </a:spcBef>
                <a:buFontTx/>
                <a:buNone/>
              </a:pPr>
              <a:t>30</a:t>
            </a:fld>
            <a:endParaRPr lang="en-US" altLang="en-US" sz="1400" smtClean="0">
              <a:solidFill>
                <a:srgbClr val="8992AC"/>
              </a:solidFill>
            </a:endParaRPr>
          </a:p>
        </p:txBody>
      </p:sp>
    </p:spTree>
    <p:extLst>
      <p:ext uri="{BB962C8B-B14F-4D97-AF65-F5344CB8AC3E}">
        <p14:creationId xmlns:p14="http://schemas.microsoft.com/office/powerpoint/2010/main" val="78401117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5"/>
          <p:cNvSpPr>
            <a:spLocks noGrp="1"/>
          </p:cNvSpPr>
          <p:nvPr>
            <p:ph type="title"/>
          </p:nvPr>
        </p:nvSpPr>
        <p:spPr/>
        <p:txBody>
          <a:bodyPr/>
          <a:lstStyle/>
          <a:p>
            <a:r>
              <a:rPr lang="fr-FR" altLang="en-US" dirty="0" err="1"/>
              <a:t>Previous</a:t>
            </a:r>
            <a:r>
              <a:rPr lang="fr-FR" altLang="en-US" dirty="0"/>
              <a:t> Cycle – </a:t>
            </a:r>
            <a:r>
              <a:rPr lang="fr-FR" altLang="en-US" dirty="0" err="1"/>
              <a:t>Special</a:t>
            </a:r>
            <a:r>
              <a:rPr lang="fr-FR" altLang="en-US" dirty="0"/>
              <a:t> Compensation Items</a:t>
            </a:r>
            <a:endParaRPr lang="en-US" altLang="en-US" dirty="0" smtClean="0"/>
          </a:p>
        </p:txBody>
      </p:sp>
      <p:sp>
        <p:nvSpPr>
          <p:cNvPr id="21507" name="Text Placeholder 6"/>
          <p:cNvSpPr>
            <a:spLocks noGrp="1"/>
          </p:cNvSpPr>
          <p:nvPr>
            <p:ph type="body" sz="quarter" idx="12"/>
          </p:nvPr>
        </p:nvSpPr>
        <p:spPr/>
        <p:txBody>
          <a:bodyPr/>
          <a:lstStyle/>
          <a:p>
            <a:pPr>
              <a:defRPr/>
            </a:pPr>
            <a:r>
              <a:rPr lang="en-US" altLang="en-US" dirty="0">
                <a:solidFill>
                  <a:srgbClr val="000000"/>
                </a:solidFill>
              </a:rPr>
              <a:t>Off-Salary Schedule Pay</a:t>
            </a:r>
          </a:p>
          <a:p>
            <a:pPr>
              <a:defRPr/>
            </a:pPr>
            <a:r>
              <a:rPr lang="en-US" altLang="en-US" dirty="0">
                <a:solidFill>
                  <a:srgbClr val="000000"/>
                </a:solidFill>
              </a:rPr>
              <a:t>Bonus Pay</a:t>
            </a:r>
          </a:p>
          <a:p>
            <a:pPr>
              <a:defRPr/>
            </a:pPr>
            <a:r>
              <a:rPr lang="en-US" altLang="en-US" dirty="0">
                <a:solidFill>
                  <a:schemeClr val="bg1">
                    <a:lumMod val="75000"/>
                  </a:schemeClr>
                </a:solidFill>
              </a:rPr>
              <a:t>Lump sum payments</a:t>
            </a:r>
          </a:p>
          <a:p>
            <a:pPr>
              <a:defRPr/>
            </a:pPr>
            <a:r>
              <a:rPr lang="en-US" altLang="en-US" dirty="0">
                <a:solidFill>
                  <a:schemeClr val="bg1">
                    <a:lumMod val="75000"/>
                  </a:schemeClr>
                </a:solidFill>
              </a:rPr>
              <a:t>Not Reportable</a:t>
            </a:r>
          </a:p>
        </p:txBody>
      </p:sp>
      <p:sp>
        <p:nvSpPr>
          <p:cNvPr id="21508" name="Slide Number Placeholder 3"/>
          <p:cNvSpPr>
            <a:spLocks noGrp="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606060"/>
                </a:solidFill>
                <a:latin typeface="Arial Narrow" pitchFamily="34" charset="0"/>
                <a:ea typeface="ＭＳ Ｐゴシック" pitchFamily="34" charset="-128"/>
              </a:defRPr>
            </a:lvl1pPr>
            <a:lvl2pPr marL="742950" indent="-285750">
              <a:spcBef>
                <a:spcPct val="20000"/>
              </a:spcBef>
              <a:buFont typeface="Times" pitchFamily="18" charset="0"/>
              <a:buChar char="-"/>
              <a:defRPr sz="2600">
                <a:solidFill>
                  <a:srgbClr val="606060"/>
                </a:solidFill>
                <a:latin typeface="Arial Narrow" pitchFamily="34" charset="0"/>
                <a:ea typeface="ＭＳ Ｐゴシック" pitchFamily="34" charset="-128"/>
              </a:defRPr>
            </a:lvl2pPr>
            <a:lvl3pPr marL="1143000" indent="-228600">
              <a:spcBef>
                <a:spcPct val="20000"/>
              </a:spcBef>
              <a:buChar char="•"/>
              <a:defRPr sz="2400">
                <a:solidFill>
                  <a:srgbClr val="606060"/>
                </a:solidFill>
                <a:latin typeface="Arial Narrow" pitchFamily="34" charset="0"/>
                <a:ea typeface="ＭＳ Ｐゴシック" pitchFamily="34" charset="-128"/>
              </a:defRPr>
            </a:lvl3pPr>
            <a:lvl4pPr marL="1600200" indent="-228600">
              <a:spcBef>
                <a:spcPct val="20000"/>
              </a:spcBef>
              <a:buChar char="-"/>
              <a:defRPr sz="2200">
                <a:solidFill>
                  <a:srgbClr val="606060"/>
                </a:solidFill>
                <a:latin typeface="Arial Narrow" pitchFamily="34" charset="0"/>
                <a:ea typeface="ＭＳ Ｐゴシック" pitchFamily="34" charset="-128"/>
              </a:defRPr>
            </a:lvl4pPr>
            <a:lvl5pPr marL="2057400" indent="-228600">
              <a:spcBef>
                <a:spcPct val="20000"/>
              </a:spcBef>
              <a:defRPr sz="2200">
                <a:solidFill>
                  <a:schemeClr val="tx1"/>
                </a:solidFill>
                <a:latin typeface="Arial Narrow" pitchFamily="34" charset="0"/>
                <a:ea typeface="ＭＳ Ｐゴシック" pitchFamily="34" charset="-128"/>
              </a:defRPr>
            </a:lvl5pPr>
            <a:lvl6pPr marL="25146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6pPr>
            <a:lvl7pPr marL="29718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7pPr>
            <a:lvl8pPr marL="34290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8pPr>
            <a:lvl9pPr marL="38862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9pPr>
          </a:lstStyle>
          <a:p>
            <a:pPr>
              <a:spcBef>
                <a:spcPct val="0"/>
              </a:spcBef>
              <a:buFontTx/>
              <a:buNone/>
            </a:pPr>
            <a:fld id="{A80624BA-DE1A-456F-8D89-4A24B33A5052}" type="slidenum">
              <a:rPr lang="en-US" altLang="en-US" sz="1400" smtClean="0">
                <a:solidFill>
                  <a:srgbClr val="8992AC"/>
                </a:solidFill>
              </a:rPr>
              <a:pPr>
                <a:spcBef>
                  <a:spcPct val="0"/>
                </a:spcBef>
                <a:buFontTx/>
                <a:buNone/>
              </a:pPr>
              <a:t>31</a:t>
            </a:fld>
            <a:endParaRPr lang="en-US" altLang="en-US" sz="1400" smtClean="0">
              <a:solidFill>
                <a:srgbClr val="8992AC"/>
              </a:solidFill>
            </a:endParaRPr>
          </a:p>
        </p:txBody>
      </p:sp>
    </p:spTree>
    <p:extLst>
      <p:ext uri="{BB962C8B-B14F-4D97-AF65-F5344CB8AC3E}">
        <p14:creationId xmlns:p14="http://schemas.microsoft.com/office/powerpoint/2010/main" val="167364768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5"/>
          <p:cNvSpPr>
            <a:spLocks noGrp="1"/>
          </p:cNvSpPr>
          <p:nvPr>
            <p:ph type="title"/>
          </p:nvPr>
        </p:nvSpPr>
        <p:spPr/>
        <p:txBody>
          <a:bodyPr/>
          <a:lstStyle/>
          <a:p>
            <a:r>
              <a:rPr lang="fr-FR" altLang="en-US" dirty="0" err="1"/>
              <a:t>Previous</a:t>
            </a:r>
            <a:r>
              <a:rPr lang="fr-FR" altLang="en-US" dirty="0"/>
              <a:t> Cycle – </a:t>
            </a:r>
            <a:r>
              <a:rPr lang="fr-FR" altLang="en-US" dirty="0" err="1"/>
              <a:t>Special</a:t>
            </a:r>
            <a:r>
              <a:rPr lang="fr-FR" altLang="en-US" dirty="0"/>
              <a:t> Compensation Items</a:t>
            </a:r>
            <a:endParaRPr lang="en-US" altLang="en-US" dirty="0" smtClean="0"/>
          </a:p>
        </p:txBody>
      </p:sp>
      <p:sp>
        <p:nvSpPr>
          <p:cNvPr id="21507" name="Text Placeholder 6"/>
          <p:cNvSpPr>
            <a:spLocks noGrp="1"/>
          </p:cNvSpPr>
          <p:nvPr>
            <p:ph type="body" sz="quarter" idx="12"/>
          </p:nvPr>
        </p:nvSpPr>
        <p:spPr/>
        <p:txBody>
          <a:bodyPr/>
          <a:lstStyle/>
          <a:p>
            <a:pPr>
              <a:defRPr/>
            </a:pPr>
            <a:r>
              <a:rPr lang="en-US" altLang="en-US" dirty="0">
                <a:solidFill>
                  <a:srgbClr val="000000"/>
                </a:solidFill>
              </a:rPr>
              <a:t>Off-Salary Schedule Pay</a:t>
            </a:r>
          </a:p>
          <a:p>
            <a:pPr>
              <a:defRPr/>
            </a:pPr>
            <a:r>
              <a:rPr lang="en-US" altLang="en-US" dirty="0">
                <a:solidFill>
                  <a:srgbClr val="000000"/>
                </a:solidFill>
              </a:rPr>
              <a:t>Bonus Pay</a:t>
            </a:r>
          </a:p>
          <a:p>
            <a:pPr>
              <a:defRPr/>
            </a:pPr>
            <a:r>
              <a:rPr lang="en-US" altLang="en-US" dirty="0">
                <a:solidFill>
                  <a:srgbClr val="000000"/>
                </a:solidFill>
              </a:rPr>
              <a:t>Lump sum payments</a:t>
            </a:r>
          </a:p>
          <a:p>
            <a:pPr>
              <a:defRPr/>
            </a:pPr>
            <a:r>
              <a:rPr lang="en-US" altLang="en-US" dirty="0">
                <a:solidFill>
                  <a:schemeClr val="bg1">
                    <a:lumMod val="75000"/>
                  </a:schemeClr>
                </a:solidFill>
              </a:rPr>
              <a:t>Not Reportable</a:t>
            </a:r>
          </a:p>
        </p:txBody>
      </p:sp>
      <p:sp>
        <p:nvSpPr>
          <p:cNvPr id="21508" name="Slide Number Placeholder 3"/>
          <p:cNvSpPr>
            <a:spLocks noGrp="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606060"/>
                </a:solidFill>
                <a:latin typeface="Arial Narrow" pitchFamily="34" charset="0"/>
                <a:ea typeface="ＭＳ Ｐゴシック" pitchFamily="34" charset="-128"/>
              </a:defRPr>
            </a:lvl1pPr>
            <a:lvl2pPr marL="742950" indent="-285750">
              <a:spcBef>
                <a:spcPct val="20000"/>
              </a:spcBef>
              <a:buFont typeface="Times" pitchFamily="18" charset="0"/>
              <a:buChar char="-"/>
              <a:defRPr sz="2600">
                <a:solidFill>
                  <a:srgbClr val="606060"/>
                </a:solidFill>
                <a:latin typeface="Arial Narrow" pitchFamily="34" charset="0"/>
                <a:ea typeface="ＭＳ Ｐゴシック" pitchFamily="34" charset="-128"/>
              </a:defRPr>
            </a:lvl2pPr>
            <a:lvl3pPr marL="1143000" indent="-228600">
              <a:spcBef>
                <a:spcPct val="20000"/>
              </a:spcBef>
              <a:buChar char="•"/>
              <a:defRPr sz="2400">
                <a:solidFill>
                  <a:srgbClr val="606060"/>
                </a:solidFill>
                <a:latin typeface="Arial Narrow" pitchFamily="34" charset="0"/>
                <a:ea typeface="ＭＳ Ｐゴシック" pitchFamily="34" charset="-128"/>
              </a:defRPr>
            </a:lvl3pPr>
            <a:lvl4pPr marL="1600200" indent="-228600">
              <a:spcBef>
                <a:spcPct val="20000"/>
              </a:spcBef>
              <a:buChar char="-"/>
              <a:defRPr sz="2200">
                <a:solidFill>
                  <a:srgbClr val="606060"/>
                </a:solidFill>
                <a:latin typeface="Arial Narrow" pitchFamily="34" charset="0"/>
                <a:ea typeface="ＭＳ Ｐゴシック" pitchFamily="34" charset="-128"/>
              </a:defRPr>
            </a:lvl4pPr>
            <a:lvl5pPr marL="2057400" indent="-228600">
              <a:spcBef>
                <a:spcPct val="20000"/>
              </a:spcBef>
              <a:defRPr sz="2200">
                <a:solidFill>
                  <a:schemeClr val="tx1"/>
                </a:solidFill>
                <a:latin typeface="Arial Narrow" pitchFamily="34" charset="0"/>
                <a:ea typeface="ＭＳ Ｐゴシック" pitchFamily="34" charset="-128"/>
              </a:defRPr>
            </a:lvl5pPr>
            <a:lvl6pPr marL="25146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6pPr>
            <a:lvl7pPr marL="29718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7pPr>
            <a:lvl8pPr marL="34290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8pPr>
            <a:lvl9pPr marL="38862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9pPr>
          </a:lstStyle>
          <a:p>
            <a:pPr>
              <a:spcBef>
                <a:spcPct val="0"/>
              </a:spcBef>
              <a:buFontTx/>
              <a:buNone/>
            </a:pPr>
            <a:fld id="{A80624BA-DE1A-456F-8D89-4A24B33A5052}" type="slidenum">
              <a:rPr lang="en-US" altLang="en-US" sz="1400" smtClean="0">
                <a:solidFill>
                  <a:srgbClr val="8992AC"/>
                </a:solidFill>
              </a:rPr>
              <a:pPr>
                <a:spcBef>
                  <a:spcPct val="0"/>
                </a:spcBef>
                <a:buFontTx/>
                <a:buNone/>
              </a:pPr>
              <a:t>32</a:t>
            </a:fld>
            <a:endParaRPr lang="en-US" altLang="en-US" sz="1400" smtClean="0">
              <a:solidFill>
                <a:srgbClr val="8992AC"/>
              </a:solidFill>
            </a:endParaRPr>
          </a:p>
        </p:txBody>
      </p:sp>
    </p:spTree>
    <p:extLst>
      <p:ext uri="{BB962C8B-B14F-4D97-AF65-F5344CB8AC3E}">
        <p14:creationId xmlns:p14="http://schemas.microsoft.com/office/powerpoint/2010/main" val="188718053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5"/>
          <p:cNvSpPr>
            <a:spLocks noGrp="1"/>
          </p:cNvSpPr>
          <p:nvPr>
            <p:ph type="title"/>
          </p:nvPr>
        </p:nvSpPr>
        <p:spPr/>
        <p:txBody>
          <a:bodyPr/>
          <a:lstStyle/>
          <a:p>
            <a:r>
              <a:rPr lang="fr-FR" altLang="en-US" dirty="0" err="1"/>
              <a:t>Previous</a:t>
            </a:r>
            <a:r>
              <a:rPr lang="fr-FR" altLang="en-US" dirty="0"/>
              <a:t> Cycle – </a:t>
            </a:r>
            <a:r>
              <a:rPr lang="fr-FR" altLang="en-US" dirty="0" err="1"/>
              <a:t>Special</a:t>
            </a:r>
            <a:r>
              <a:rPr lang="fr-FR" altLang="en-US" dirty="0"/>
              <a:t> Compensation Items</a:t>
            </a:r>
            <a:endParaRPr lang="en-US" altLang="en-US" dirty="0" smtClean="0"/>
          </a:p>
        </p:txBody>
      </p:sp>
      <p:sp>
        <p:nvSpPr>
          <p:cNvPr id="21507" name="Text Placeholder 6"/>
          <p:cNvSpPr>
            <a:spLocks noGrp="1"/>
          </p:cNvSpPr>
          <p:nvPr>
            <p:ph type="body" sz="quarter" idx="12"/>
          </p:nvPr>
        </p:nvSpPr>
        <p:spPr/>
        <p:txBody>
          <a:bodyPr/>
          <a:lstStyle/>
          <a:p>
            <a:pPr>
              <a:defRPr/>
            </a:pPr>
            <a:r>
              <a:rPr lang="en-US" altLang="en-US" dirty="0">
                <a:solidFill>
                  <a:srgbClr val="000000"/>
                </a:solidFill>
              </a:rPr>
              <a:t>Off-Salary Schedule Pay</a:t>
            </a:r>
          </a:p>
          <a:p>
            <a:pPr>
              <a:defRPr/>
            </a:pPr>
            <a:r>
              <a:rPr lang="en-US" altLang="en-US" dirty="0">
                <a:solidFill>
                  <a:srgbClr val="000000"/>
                </a:solidFill>
              </a:rPr>
              <a:t>Bonus Pay</a:t>
            </a:r>
          </a:p>
          <a:p>
            <a:pPr>
              <a:defRPr/>
            </a:pPr>
            <a:r>
              <a:rPr lang="en-US" altLang="en-US" dirty="0">
                <a:solidFill>
                  <a:srgbClr val="000000"/>
                </a:solidFill>
              </a:rPr>
              <a:t>Lump sum payments</a:t>
            </a:r>
          </a:p>
          <a:p>
            <a:pPr>
              <a:defRPr/>
            </a:pPr>
            <a:r>
              <a:rPr lang="en-US" altLang="en-US" dirty="0">
                <a:solidFill>
                  <a:srgbClr val="000000"/>
                </a:solidFill>
              </a:rPr>
              <a:t>Not Reportable</a:t>
            </a:r>
          </a:p>
        </p:txBody>
      </p:sp>
      <p:sp>
        <p:nvSpPr>
          <p:cNvPr id="21508" name="Slide Number Placeholder 3"/>
          <p:cNvSpPr>
            <a:spLocks noGrp="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606060"/>
                </a:solidFill>
                <a:latin typeface="Arial Narrow" pitchFamily="34" charset="0"/>
                <a:ea typeface="ＭＳ Ｐゴシック" pitchFamily="34" charset="-128"/>
              </a:defRPr>
            </a:lvl1pPr>
            <a:lvl2pPr marL="742950" indent="-285750">
              <a:spcBef>
                <a:spcPct val="20000"/>
              </a:spcBef>
              <a:buFont typeface="Times" pitchFamily="18" charset="0"/>
              <a:buChar char="-"/>
              <a:defRPr sz="2600">
                <a:solidFill>
                  <a:srgbClr val="606060"/>
                </a:solidFill>
                <a:latin typeface="Arial Narrow" pitchFamily="34" charset="0"/>
                <a:ea typeface="ＭＳ Ｐゴシック" pitchFamily="34" charset="-128"/>
              </a:defRPr>
            </a:lvl2pPr>
            <a:lvl3pPr marL="1143000" indent="-228600">
              <a:spcBef>
                <a:spcPct val="20000"/>
              </a:spcBef>
              <a:buChar char="•"/>
              <a:defRPr sz="2400">
                <a:solidFill>
                  <a:srgbClr val="606060"/>
                </a:solidFill>
                <a:latin typeface="Arial Narrow" pitchFamily="34" charset="0"/>
                <a:ea typeface="ＭＳ Ｐゴシック" pitchFamily="34" charset="-128"/>
              </a:defRPr>
            </a:lvl3pPr>
            <a:lvl4pPr marL="1600200" indent="-228600">
              <a:spcBef>
                <a:spcPct val="20000"/>
              </a:spcBef>
              <a:buChar char="-"/>
              <a:defRPr sz="2200">
                <a:solidFill>
                  <a:srgbClr val="606060"/>
                </a:solidFill>
                <a:latin typeface="Arial Narrow" pitchFamily="34" charset="0"/>
                <a:ea typeface="ＭＳ Ｐゴシック" pitchFamily="34" charset="-128"/>
              </a:defRPr>
            </a:lvl4pPr>
            <a:lvl5pPr marL="2057400" indent="-228600">
              <a:spcBef>
                <a:spcPct val="20000"/>
              </a:spcBef>
              <a:defRPr sz="2200">
                <a:solidFill>
                  <a:schemeClr val="tx1"/>
                </a:solidFill>
                <a:latin typeface="Arial Narrow" pitchFamily="34" charset="0"/>
                <a:ea typeface="ＭＳ Ｐゴシック" pitchFamily="34" charset="-128"/>
              </a:defRPr>
            </a:lvl5pPr>
            <a:lvl6pPr marL="25146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6pPr>
            <a:lvl7pPr marL="29718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7pPr>
            <a:lvl8pPr marL="34290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8pPr>
            <a:lvl9pPr marL="38862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9pPr>
          </a:lstStyle>
          <a:p>
            <a:pPr>
              <a:spcBef>
                <a:spcPct val="0"/>
              </a:spcBef>
              <a:buFontTx/>
              <a:buNone/>
            </a:pPr>
            <a:fld id="{A80624BA-DE1A-456F-8D89-4A24B33A5052}" type="slidenum">
              <a:rPr lang="en-US" altLang="en-US" sz="1400" smtClean="0">
                <a:solidFill>
                  <a:srgbClr val="8992AC"/>
                </a:solidFill>
              </a:rPr>
              <a:pPr>
                <a:spcBef>
                  <a:spcPct val="0"/>
                </a:spcBef>
                <a:buFontTx/>
                <a:buNone/>
              </a:pPr>
              <a:t>33</a:t>
            </a:fld>
            <a:endParaRPr lang="en-US" altLang="en-US" sz="1400" smtClean="0">
              <a:solidFill>
                <a:srgbClr val="8992AC"/>
              </a:solidFill>
            </a:endParaRPr>
          </a:p>
        </p:txBody>
      </p:sp>
    </p:spTree>
    <p:extLst>
      <p:ext uri="{BB962C8B-B14F-4D97-AF65-F5344CB8AC3E}">
        <p14:creationId xmlns:p14="http://schemas.microsoft.com/office/powerpoint/2010/main" val="231658171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5"/>
          <p:cNvSpPr>
            <a:spLocks noGrp="1"/>
          </p:cNvSpPr>
          <p:nvPr>
            <p:ph type="title"/>
          </p:nvPr>
        </p:nvSpPr>
        <p:spPr/>
        <p:txBody>
          <a:bodyPr/>
          <a:lstStyle/>
          <a:p>
            <a:r>
              <a:rPr lang="fr-FR" altLang="en-US" dirty="0"/>
              <a:t>General </a:t>
            </a:r>
            <a:r>
              <a:rPr lang="fr-FR" altLang="en-US" dirty="0" err="1"/>
              <a:t>Resources</a:t>
            </a:r>
            <a:endParaRPr lang="en-US" altLang="en-US" dirty="0" smtClean="0"/>
          </a:p>
        </p:txBody>
      </p:sp>
      <p:sp>
        <p:nvSpPr>
          <p:cNvPr id="21507" name="Text Placeholder 6"/>
          <p:cNvSpPr>
            <a:spLocks noGrp="1"/>
          </p:cNvSpPr>
          <p:nvPr>
            <p:ph type="body" sz="quarter" idx="12"/>
          </p:nvPr>
        </p:nvSpPr>
        <p:spPr/>
        <p:txBody>
          <a:bodyPr/>
          <a:lstStyle/>
          <a:p>
            <a:r>
              <a:rPr lang="en-US" altLang="en-US" dirty="0"/>
              <a:t>Employer education</a:t>
            </a:r>
          </a:p>
          <a:p>
            <a:pPr lvl="1"/>
            <a:r>
              <a:rPr lang="en-US" altLang="en-US" dirty="0"/>
              <a:t>https://www.calpers.ca.gov/page/education-center/employer-education</a:t>
            </a:r>
          </a:p>
          <a:p>
            <a:r>
              <a:rPr lang="en-US" altLang="en-US" dirty="0"/>
              <a:t>Public Agency and Schools Reference Guide</a:t>
            </a:r>
          </a:p>
          <a:p>
            <a:r>
              <a:rPr lang="en-US" altLang="en-US" dirty="0"/>
              <a:t>Computer based training (CBTs)</a:t>
            </a:r>
          </a:p>
          <a:p>
            <a:r>
              <a:rPr lang="en-US" altLang="en-US" dirty="0"/>
              <a:t>Student Guides</a:t>
            </a:r>
          </a:p>
          <a:p>
            <a:r>
              <a:rPr lang="en-US" altLang="en-US" dirty="0"/>
              <a:t>888 </a:t>
            </a:r>
            <a:r>
              <a:rPr lang="en-US" altLang="en-US" dirty="0" err="1"/>
              <a:t>CalPERS</a:t>
            </a:r>
            <a:r>
              <a:rPr lang="en-US" altLang="en-US" dirty="0"/>
              <a:t> (or 888-225-7377)</a:t>
            </a:r>
          </a:p>
        </p:txBody>
      </p:sp>
      <p:sp>
        <p:nvSpPr>
          <p:cNvPr id="21508" name="Slide Number Placeholder 3"/>
          <p:cNvSpPr>
            <a:spLocks noGrp="1"/>
          </p:cNvSpPr>
          <p:nvPr>
            <p:ph type="sldNum" sz="quarter" idx="13"/>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800">
                <a:solidFill>
                  <a:srgbClr val="606060"/>
                </a:solidFill>
                <a:latin typeface="Arial Narrow" pitchFamily="34" charset="0"/>
                <a:ea typeface="ＭＳ Ｐゴシック" pitchFamily="34" charset="-128"/>
              </a:defRPr>
            </a:lvl1pPr>
            <a:lvl2pPr marL="742950" indent="-285750">
              <a:spcBef>
                <a:spcPct val="20000"/>
              </a:spcBef>
              <a:buFont typeface="Times" pitchFamily="18" charset="0"/>
              <a:buChar char="-"/>
              <a:defRPr sz="2600">
                <a:solidFill>
                  <a:srgbClr val="606060"/>
                </a:solidFill>
                <a:latin typeface="Arial Narrow" pitchFamily="34" charset="0"/>
                <a:ea typeface="ＭＳ Ｐゴシック" pitchFamily="34" charset="-128"/>
              </a:defRPr>
            </a:lvl2pPr>
            <a:lvl3pPr marL="1143000" indent="-228600">
              <a:spcBef>
                <a:spcPct val="20000"/>
              </a:spcBef>
              <a:buChar char="•"/>
              <a:defRPr sz="2400">
                <a:solidFill>
                  <a:srgbClr val="606060"/>
                </a:solidFill>
                <a:latin typeface="Arial Narrow" pitchFamily="34" charset="0"/>
                <a:ea typeface="ＭＳ Ｐゴシック" pitchFamily="34" charset="-128"/>
              </a:defRPr>
            </a:lvl3pPr>
            <a:lvl4pPr marL="1600200" indent="-228600">
              <a:spcBef>
                <a:spcPct val="20000"/>
              </a:spcBef>
              <a:buChar char="-"/>
              <a:defRPr sz="2200">
                <a:solidFill>
                  <a:srgbClr val="606060"/>
                </a:solidFill>
                <a:latin typeface="Arial Narrow" pitchFamily="34" charset="0"/>
                <a:ea typeface="ＭＳ Ｐゴシック" pitchFamily="34" charset="-128"/>
              </a:defRPr>
            </a:lvl4pPr>
            <a:lvl5pPr marL="2057400" indent="-228600">
              <a:spcBef>
                <a:spcPct val="20000"/>
              </a:spcBef>
              <a:defRPr sz="2200">
                <a:solidFill>
                  <a:schemeClr val="tx1"/>
                </a:solidFill>
                <a:latin typeface="Arial Narrow" pitchFamily="34" charset="0"/>
                <a:ea typeface="ＭＳ Ｐゴシック" pitchFamily="34" charset="-128"/>
              </a:defRPr>
            </a:lvl5pPr>
            <a:lvl6pPr marL="25146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6pPr>
            <a:lvl7pPr marL="29718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7pPr>
            <a:lvl8pPr marL="34290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8pPr>
            <a:lvl9pPr marL="3886200" indent="-228600" eaLnBrk="0" fontAlgn="base" hangingPunct="0">
              <a:spcBef>
                <a:spcPct val="20000"/>
              </a:spcBef>
              <a:spcAft>
                <a:spcPct val="0"/>
              </a:spcAft>
              <a:defRPr sz="2200">
                <a:solidFill>
                  <a:schemeClr val="tx1"/>
                </a:solidFill>
                <a:latin typeface="Arial Narrow" pitchFamily="34" charset="0"/>
                <a:ea typeface="ＭＳ Ｐゴシック" pitchFamily="34" charset="-128"/>
              </a:defRPr>
            </a:lvl9pPr>
          </a:lstStyle>
          <a:p>
            <a:pPr>
              <a:spcBef>
                <a:spcPct val="0"/>
              </a:spcBef>
              <a:buFontTx/>
              <a:buNone/>
            </a:pPr>
            <a:fld id="{A80624BA-DE1A-456F-8D89-4A24B33A5052}" type="slidenum">
              <a:rPr lang="en-US" altLang="en-US" sz="1400" smtClean="0">
                <a:solidFill>
                  <a:srgbClr val="8992AC"/>
                </a:solidFill>
              </a:rPr>
              <a:pPr>
                <a:spcBef>
                  <a:spcPct val="0"/>
                </a:spcBef>
                <a:buFontTx/>
                <a:buNone/>
              </a:pPr>
              <a:t>34</a:t>
            </a:fld>
            <a:endParaRPr lang="en-US" altLang="en-US" sz="1400" smtClean="0">
              <a:solidFill>
                <a:srgbClr val="8992AC"/>
              </a:solidFill>
            </a:endParaRPr>
          </a:p>
        </p:txBody>
      </p:sp>
    </p:spTree>
    <p:extLst>
      <p:ext uri="{BB962C8B-B14F-4D97-AF65-F5344CB8AC3E}">
        <p14:creationId xmlns:p14="http://schemas.microsoft.com/office/powerpoint/2010/main" val="345987757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ctrTitle"/>
          </p:nvPr>
        </p:nvSpPr>
        <p:spPr/>
        <p:txBody>
          <a:bodyPr/>
          <a:lstStyle/>
          <a:p>
            <a:r>
              <a:rPr lang="en-US" altLang="en-US" sz="3600" u="sng" smtClean="0"/>
              <a:t>Questions?</a:t>
            </a:r>
          </a:p>
        </p:txBody>
      </p:sp>
    </p:spTree>
    <p:extLst>
      <p:ext uri="{BB962C8B-B14F-4D97-AF65-F5344CB8AC3E}">
        <p14:creationId xmlns:p14="http://schemas.microsoft.com/office/powerpoint/2010/main" val="2202114609"/>
      </p:ext>
    </p:extLst>
  </p:cSld>
  <p:clrMapOvr>
    <a:masterClrMapping/>
  </p:clrMapOvr>
  <p:timing>
    <p:tnLst>
      <p:par>
        <p:cTn id="1" dur="indefinite" restart="never" nodeType="tmRoot"/>
      </p:par>
    </p:tnLst>
  </p:timing>
</p:sld>
</file>

<file path=ppt/theme/theme1.xml><?xml version="1.0" encoding="utf-8"?>
<a:theme xmlns:a="http://schemas.openxmlformats.org/drawingml/2006/main" name="CalPRES External PPP_PC">
  <a:themeElements>
    <a:clrScheme name="">
      <a:dk1>
        <a:srgbClr val="004080"/>
      </a:dk1>
      <a:lt1>
        <a:srgbClr val="FFFFFF"/>
      </a:lt1>
      <a:dk2>
        <a:srgbClr val="004080"/>
      </a:dk2>
      <a:lt2>
        <a:srgbClr val="808080"/>
      </a:lt2>
      <a:accent1>
        <a:srgbClr val="BBE0E3"/>
      </a:accent1>
      <a:accent2>
        <a:srgbClr val="333399"/>
      </a:accent2>
      <a:accent3>
        <a:srgbClr val="FFFFFF"/>
      </a:accent3>
      <a:accent4>
        <a:srgbClr val="00356C"/>
      </a:accent4>
      <a:accent5>
        <a:srgbClr val="DAEDEF"/>
      </a:accent5>
      <a:accent6>
        <a:srgbClr val="2D2D8A"/>
      </a:accent6>
      <a:hlink>
        <a:srgbClr val="009999"/>
      </a:hlink>
      <a:folHlink>
        <a:srgbClr val="99CC00"/>
      </a:folHlink>
    </a:clrScheme>
    <a:fontScheme name="Blank Presentation">
      <a:majorFont>
        <a:latin typeface="Arial Narrow"/>
        <a:ea typeface="ＭＳ Ｐゴシック"/>
        <a:cs typeface="ＭＳ Ｐゴシック"/>
      </a:majorFont>
      <a:minorFont>
        <a:latin typeface="Arial Narrow"/>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ea typeface="ＭＳ Ｐゴシック" pitchFamily="1" charset="-128"/>
            <a:cs typeface="ＭＳ Ｐゴシック" pitchFamily="1"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ea typeface="ＭＳ Ｐゴシック" pitchFamily="1" charset="-128"/>
            <a:cs typeface="ＭＳ Ｐゴシック" pitchFamily="1" charset="-128"/>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
    <a:dk1>
      <a:srgbClr val="004080"/>
    </a:dk1>
    <a:lt1>
      <a:srgbClr val="FFFFFF"/>
    </a:lt1>
    <a:dk2>
      <a:srgbClr val="004080"/>
    </a:dk2>
    <a:lt2>
      <a:srgbClr val="808080"/>
    </a:lt2>
    <a:accent1>
      <a:srgbClr val="BBE0E3"/>
    </a:accent1>
    <a:accent2>
      <a:srgbClr val="333399"/>
    </a:accent2>
    <a:accent3>
      <a:srgbClr val="FFFFFF"/>
    </a:accent3>
    <a:accent4>
      <a:srgbClr val="00356C"/>
    </a:accent4>
    <a:accent5>
      <a:srgbClr val="DAEDEF"/>
    </a:accent5>
    <a:accent6>
      <a:srgbClr val="2D2D8A"/>
    </a:accent6>
    <a:hlink>
      <a:srgbClr val="009999"/>
    </a:hlink>
    <a:folHlink>
      <a:srgbClr val="99CC00"/>
    </a:folHlink>
  </a:clrScheme>
  <a:fontScheme name="Blank Presentation">
    <a:majorFont>
      <a:latin typeface="Arial Narrow"/>
      <a:ea typeface="ＭＳ Ｐゴシック"/>
      <a:cs typeface="ＭＳ Ｐゴシック"/>
    </a:majorFont>
    <a:minorFont>
      <a:latin typeface="Arial Narrow"/>
      <a:ea typeface="ＭＳ Ｐゴシック"/>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LongProperties xmlns="http://schemas.microsoft.com/office/2006/metadata/long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haredContentType xmlns="Microsoft.SharePoint.Taxonomy.ContentTypeSync" SourceId="98f3d6c9-e1eb-45ac-8de5-1acf38a2f59c" ContentTypeId="0x010100F7C8A92E958EC1489A70399484143F470B" PreviousValue="false"/>
</file>

<file path=customXml/item4.xml><?xml version="1.0" encoding="utf-8"?>
<ct:contentTypeSchema xmlns:ct="http://schemas.microsoft.com/office/2006/metadata/contentType" xmlns:ma="http://schemas.microsoft.com/office/2006/metadata/properties/metaAttributes" ct:_="" ma:_="" ma:contentTypeName="General" ma:contentTypeID="0x010100F7C8A92E958EC1489A70399484143F470B009D6D4BDB53EE264B884B5517D21E9D5B" ma:contentTypeVersion="20" ma:contentTypeDescription="" ma:contentTypeScope="" ma:versionID="e751d600378f7ed6a25e44625d42807b">
  <xsd:schema xmlns:xsd="http://www.w3.org/2001/XMLSchema" xmlns:xs="http://www.w3.org/2001/XMLSchema" xmlns:p="http://schemas.microsoft.com/office/2006/metadata/properties" xmlns:ns2="1a2ecbd5-21dd-4546-9450-acbca7d6b882" xmlns:ns3="dd99a2bc-e6ff-40bd-b1ab-c04d9ff5ef32" targetNamespace="http://schemas.microsoft.com/office/2006/metadata/properties" ma:root="true" ma:fieldsID="6513cadbc6af134d1f601242874ce714" ns2:_="" ns3:_="">
    <xsd:import namespace="1a2ecbd5-21dd-4546-9450-acbca7d6b882"/>
    <xsd:import namespace="dd99a2bc-e6ff-40bd-b1ab-c04d9ff5ef32"/>
    <xsd:element name="properties">
      <xsd:complexType>
        <xsd:sequence>
          <xsd:element name="documentManagement">
            <xsd:complexType>
              <xsd:all>
                <xsd:element ref="ns2:cpersContentOwner"/>
                <xsd:element ref="ns2:hc69f6d6c857462d9c09cf35f13b4801" minOccurs="0"/>
                <xsd:element ref="ns3:TaxCatchAll" minOccurs="0"/>
                <xsd:element ref="ns3:TaxCatchAllLabel" minOccurs="0"/>
                <xsd:element ref="ns2:cpersDateRevised"/>
                <xsd:element ref="ns2:cpersApprovalDate" minOccurs="0"/>
                <xsd:element ref="ns2:cpersDetailInfo" minOccurs="0"/>
                <xsd:element ref="ns2:cpersEffectiveDate" minOccurs="0"/>
                <xsd:element ref="ns3:cpersContentAuthor"/>
                <xsd:element ref="ns3:cpersLastReviewedDate"/>
                <xsd:element ref="ns3:cpersReviewInterval"/>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2ecbd5-21dd-4546-9450-acbca7d6b882" elementFormDefault="qualified">
    <xsd:import namespace="http://schemas.microsoft.com/office/2006/documentManagement/types"/>
    <xsd:import namespace="http://schemas.microsoft.com/office/infopath/2007/PartnerControls"/>
    <xsd:element name="cpersContentOwner" ma:index="8" ma:displayName="Content Owner" ma:list="UserInfo" ma:SharePointGroup="0" ma:internalName="cpersContentOwner" ma:readOnly="false" ma:showField="ImnName">
      <xsd:complexType>
        <xsd:complexContent>
          <xsd:extension base="dms:UserMulti">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hc69f6d6c857462d9c09cf35f13b4801" ma:index="9" ma:taxonomy="true" ma:internalName="hc69f6d6c857462d9c09cf35f13b4801" ma:taxonomyFieldName="cpersDivision" ma:displayName="Division" ma:indexed="true" ma:readOnly="false" ma:fieldId="{1c69f6d6-c857-462d-9c09-cf35f13b4801}" ma:sspId="98f3d6c9-e1eb-45ac-8de5-1acf38a2f59c" ma:termSetId="44dbd53a-4fa6-4a9b-828a-63880ead8882" ma:anchorId="3ca368d3-ea10-4da6-8854-d28e1b06772b" ma:open="false" ma:isKeyword="false">
      <xsd:complexType>
        <xsd:sequence>
          <xsd:element ref="pc:Terms" minOccurs="0" maxOccurs="1"/>
        </xsd:sequence>
      </xsd:complexType>
    </xsd:element>
    <xsd:element name="cpersDateRevised" ma:index="13" ma:displayName="Date Revised" ma:format="DateOnly" ma:internalName="cpersDateRevised" ma:readOnly="false">
      <xsd:simpleType>
        <xsd:restriction base="dms:DateTime"/>
      </xsd:simpleType>
    </xsd:element>
    <xsd:element name="cpersApprovalDate" ma:index="14" nillable="true" ma:displayName="Approval Date" ma:format="DateTime" ma:internalName="cpersApprovalDate">
      <xsd:simpleType>
        <xsd:restriction base="dms:DateTime"/>
      </xsd:simpleType>
    </xsd:element>
    <xsd:element name="cpersDetailInfo" ma:index="15" nillable="true" ma:displayName="Detailed Information" ma:internalName="cpersDetailInfo">
      <xsd:simpleType>
        <xsd:restriction base="dms:Note">
          <xsd:maxLength value="255"/>
        </xsd:restriction>
      </xsd:simpleType>
    </xsd:element>
    <xsd:element name="cpersEffectiveDate" ma:index="16" nillable="true" ma:displayName="Effective Date" ma:format="DateOnly" ma:internalName="cpersEffective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dd99a2bc-e6ff-40bd-b1ab-c04d9ff5ef32"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a8c31320-64f2-4c1e-ade4-80717afb8787}" ma:internalName="TaxCatchAll" ma:showField="CatchAllData" ma:web="e2afde29-1829-4253-afff-91fb83a09301">
      <xsd:complexType>
        <xsd:complexContent>
          <xsd:extension base="dms:MultiChoiceLookup">
            <xsd:sequence>
              <xsd:element name="Value" type="dms:Lookup" maxOccurs="unbounded" minOccurs="0" nillable="true"/>
            </xsd:sequence>
          </xsd:extension>
        </xsd:complexContent>
      </xsd:complexType>
    </xsd:element>
    <xsd:element name="TaxCatchAllLabel" ma:index="11" nillable="true" ma:displayName="Taxonomy Catch All Column1" ma:hidden="true" ma:list="{a8c31320-64f2-4c1e-ade4-80717afb8787}" ma:internalName="TaxCatchAllLabel" ma:readOnly="true" ma:showField="CatchAllDataLabel" ma:web="e2afde29-1829-4253-afff-91fb83a09301">
      <xsd:complexType>
        <xsd:complexContent>
          <xsd:extension base="dms:MultiChoiceLookup">
            <xsd:sequence>
              <xsd:element name="Value" type="dms:Lookup" maxOccurs="unbounded" minOccurs="0" nillable="true"/>
            </xsd:sequence>
          </xsd:extension>
        </xsd:complexContent>
      </xsd:complexType>
    </xsd:element>
    <xsd:element name="cpersContentAuthor" ma:index="17" ma:displayName="Content Author" ma:list="UserInfo" ma:SharePointGroup="0" ma:internalName="cpersContentAuthor" ma:readOnly="false" ma:showField="ImnName">
      <xsd:complexType>
        <xsd:complexContent>
          <xsd:extension base="dms:User">
            <xsd:sequence>
              <xsd:element name="UserInfo" minOccurs="0" maxOccurs="unbounded">
                <xsd:complexType>
                  <xsd:sequence>
                    <xsd:element name="DisplayName" type="xsd:string" minOccurs="0"/>
                    <xsd:element name="AccountId" type="dms:UserId" minOccurs="0"/>
                    <xsd:element name="AccountType" type="xsd:string" minOccurs="0"/>
                  </xsd:sequence>
                </xsd:complexType>
              </xsd:element>
            </xsd:sequence>
          </xsd:extension>
        </xsd:complexContent>
      </xsd:complexType>
    </xsd:element>
    <xsd:element name="cpersLastReviewedDate" ma:index="18" ma:displayName="Last Reviewed Date" ma:format="DateOnly" ma:internalName="cpersLastReviewedDate" ma:readOnly="false">
      <xsd:simpleType>
        <xsd:restriction base="dms:DateTime"/>
      </xsd:simpleType>
    </xsd:element>
    <xsd:element name="cpersReviewInterval" ma:index="19" ma:displayName="Review Interval" ma:format="Dropdown" ma:internalName="cpersReviewInterval" ma:readOnly="false">
      <xsd:simpleType>
        <xsd:restriction base="dms:Choice">
          <xsd:enumeration value="1-year"/>
          <xsd:enumeration value="6-months"/>
          <xsd:enumeration value="3-months"/>
          <xsd:enumeration value="1-month"/>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5.xml><?xml version="1.0" encoding="utf-8"?>
<p:properties xmlns:p="http://schemas.microsoft.com/office/2006/metadata/properties" xmlns:xsi="http://www.w3.org/2001/XMLSchema-instance" xmlns:pc="http://schemas.microsoft.com/office/infopath/2007/PartnerControls">
  <documentManagement>
    <TaxCatchAll xmlns="dd99a2bc-e6ff-40bd-b1ab-c04d9ff5ef32">
      <Value>9</Value>
    </TaxCatchAll>
    <cpersDateRevised xmlns="1a2ecbd5-21dd-4546-9450-acbca7d6b882">2013-02-25T08:00:00+00:00</cpersDateRevised>
    <cpersDetailInfo xmlns="1a2ecbd5-21dd-4546-9450-acbca7d6b882" xsi:nil="true"/>
    <cpersEffectiveDate xmlns="1a2ecbd5-21dd-4546-9450-acbca7d6b882">2013-02-25T08:00:00+00:00</cpersEffectiveDate>
    <cpersLastReviewedDate xmlns="dd99a2bc-e6ff-40bd-b1ab-c04d9ff5ef32"/>
    <cpersReviewInterval xmlns="dd99a2bc-e6ff-40bd-b1ab-c04d9ff5ef32"/>
    <hc69f6d6c857462d9c09cf35f13b4801 xmlns="1a2ecbd5-21dd-4546-9450-acbca7d6b882">
      <Terms xmlns="http://schemas.microsoft.com/office/infopath/2007/PartnerControls">
        <TermInfo xmlns="http://schemas.microsoft.com/office/infopath/2007/PartnerControls">
          <TermName xmlns="http://schemas.microsoft.com/office/infopath/2007/PartnerControls">PAOF</TermName>
          <TermId xmlns="http://schemas.microsoft.com/office/infopath/2007/PartnerControls">cb6db5d6-03b1-4e33-bf3d-e439b651dc5e</TermId>
        </TermInfo>
      </Terms>
    </hc69f6d6c857462d9c09cf35f13b4801>
    <cpersContentAuthor xmlns="dd99a2bc-e6ff-40bd-b1ab-c04d9ff5ef32">
      <UserInfo>
        <DisplayName/>
        <AccountId/>
        <AccountType/>
      </UserInfo>
    </cpersContentAuthor>
    <cpersApprovalDate xmlns="1a2ecbd5-21dd-4546-9450-acbca7d6b882">2013-02-25T08:00:00+00:00</cpersApprovalDate>
    <cpersContentOwner xmlns="1a2ecbd5-21dd-4546-9450-acbca7d6b882">
      <UserInfo>
        <DisplayName>HQDOM01\tmeyers</DisplayName>
        <AccountId>32</AccountId>
        <AccountType/>
      </UserInfo>
    </cpersContentOwner>
  </documentManagement>
</p:properties>
</file>

<file path=customXml/itemProps1.xml><?xml version="1.0" encoding="utf-8"?>
<ds:datastoreItem xmlns:ds="http://schemas.openxmlformats.org/officeDocument/2006/customXml" ds:itemID="{B6B3AC04-0FC8-4A42-AE4D-0419B9A08330}">
  <ds:schemaRefs>
    <ds:schemaRef ds:uri="http://schemas.microsoft.com/office/2006/metadata/longProperties"/>
  </ds:schemaRefs>
</ds:datastoreItem>
</file>

<file path=customXml/itemProps2.xml><?xml version="1.0" encoding="utf-8"?>
<ds:datastoreItem xmlns:ds="http://schemas.openxmlformats.org/officeDocument/2006/customXml" ds:itemID="{38900122-A1EA-42D5-A734-376A2218172B}">
  <ds:schemaRefs>
    <ds:schemaRef ds:uri="http://schemas.microsoft.com/sharepoint/v3/contenttype/forms"/>
  </ds:schemaRefs>
</ds:datastoreItem>
</file>

<file path=customXml/itemProps3.xml><?xml version="1.0" encoding="utf-8"?>
<ds:datastoreItem xmlns:ds="http://schemas.openxmlformats.org/officeDocument/2006/customXml" ds:itemID="{BE3DAE96-9067-4954-B720-815F46660980}">
  <ds:schemaRefs>
    <ds:schemaRef ds:uri="Microsoft.SharePoint.Taxonomy.ContentTypeSync"/>
  </ds:schemaRefs>
</ds:datastoreItem>
</file>

<file path=customXml/itemProps4.xml><?xml version="1.0" encoding="utf-8"?>
<ds:datastoreItem xmlns:ds="http://schemas.openxmlformats.org/officeDocument/2006/customXml" ds:itemID="{E94FF4FC-5F5A-488A-AA98-9F6A66F00C8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2ecbd5-21dd-4546-9450-acbca7d6b882"/>
    <ds:schemaRef ds:uri="dd99a2bc-e6ff-40bd-b1ab-c04d9ff5ef3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5.xml><?xml version="1.0" encoding="utf-8"?>
<ds:datastoreItem xmlns:ds="http://schemas.openxmlformats.org/officeDocument/2006/customXml" ds:itemID="{51CA8988-06E2-4594-BE56-07377B6BE259}">
  <ds:schemaRefs>
    <ds:schemaRef ds:uri="http://schemas.microsoft.com/office/2006/documentManagement/types"/>
    <ds:schemaRef ds:uri="1a2ecbd5-21dd-4546-9450-acbca7d6b882"/>
    <ds:schemaRef ds:uri="http://purl.org/dc/elements/1.1/"/>
    <ds:schemaRef ds:uri="http://schemas.microsoft.com/office/infopath/2007/PartnerControls"/>
    <ds:schemaRef ds:uri="http://purl.org/dc/terms/"/>
    <ds:schemaRef ds:uri="http://schemas.microsoft.com/office/2006/metadata/properties"/>
    <ds:schemaRef ds:uri="http://schemas.openxmlformats.org/package/2006/metadata/core-properties"/>
    <ds:schemaRef ds:uri="dd99a2bc-e6ff-40bd-b1ab-c04d9ff5ef32"/>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3455</TotalTime>
  <Words>2646</Words>
  <Application>Microsoft Office PowerPoint</Application>
  <PresentationFormat>On-screen Show (4:3)</PresentationFormat>
  <Paragraphs>406</Paragraphs>
  <Slides>35</Slides>
  <Notes>34</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CalPRES External PPP_PC</vt:lpstr>
      <vt:lpstr>CalPERS Public Agency Reviews</vt:lpstr>
      <vt:lpstr>Session Agenda</vt:lpstr>
      <vt:lpstr>Benefits of a Review</vt:lpstr>
      <vt:lpstr>Authority to Review</vt:lpstr>
      <vt:lpstr>Benefits of a Review</vt:lpstr>
      <vt:lpstr>Benefits of a Review</vt:lpstr>
      <vt:lpstr>Review Process</vt:lpstr>
      <vt:lpstr>Review Process</vt:lpstr>
      <vt:lpstr>Review Process</vt:lpstr>
      <vt:lpstr>Review Process</vt:lpstr>
      <vt:lpstr>Review Process</vt:lpstr>
      <vt:lpstr>Review Process</vt:lpstr>
      <vt:lpstr>Review Process</vt:lpstr>
      <vt:lpstr>Review Process</vt:lpstr>
      <vt:lpstr>Common Audit  Findings</vt:lpstr>
      <vt:lpstr>Common Findings</vt:lpstr>
      <vt:lpstr>Common Findings</vt:lpstr>
      <vt:lpstr>Common Findings</vt:lpstr>
      <vt:lpstr>Common Findings</vt:lpstr>
      <vt:lpstr>Previous Cycle  – Census Data Validation</vt:lpstr>
      <vt:lpstr>Results of the 28 Schools tested</vt:lpstr>
      <vt:lpstr>Common Findings</vt:lpstr>
      <vt:lpstr>Permanent Separations</vt:lpstr>
      <vt:lpstr>Permanent Separations</vt:lpstr>
      <vt:lpstr>Common Findings</vt:lpstr>
      <vt:lpstr>Retroactive Adjustments</vt:lpstr>
      <vt:lpstr>Retroactive Adjustments</vt:lpstr>
      <vt:lpstr>Common Findings</vt:lpstr>
      <vt:lpstr>Common Findings</vt:lpstr>
      <vt:lpstr>Previous Cycle – Special Compensation Items</vt:lpstr>
      <vt:lpstr>Previous Cycle – Special Compensation Items</vt:lpstr>
      <vt:lpstr>Previous Cycle – Special Compensation Items</vt:lpstr>
      <vt:lpstr>Previous Cycle – Special Compensation Items</vt:lpstr>
      <vt:lpstr>General Resources</vt:lpstr>
      <vt:lpstr>Questions?</vt:lpstr>
    </vt:vector>
  </TitlesOfParts>
  <Company>CalPERS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CalPERS External PowerPoint Template</dc:title>
  <dc:creator>CalPERS</dc:creator>
  <cp:lastModifiedBy>Efama</cp:lastModifiedBy>
  <cp:revision>57</cp:revision>
  <cp:lastPrinted>2010-06-22T16:35:10Z</cp:lastPrinted>
  <dcterms:created xsi:type="dcterms:W3CDTF">2010-07-12T17:17:47Z</dcterms:created>
  <dcterms:modified xsi:type="dcterms:W3CDTF">2017-05-04T18:59:40Z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isplay_urn:schemas-microsoft-com:office:office#cpersContentOwner">
    <vt:lpwstr>Meyers, Thea</vt:lpwstr>
  </property>
  <property fmtid="{D5CDD505-2E9C-101B-9397-08002B2CF9AE}" pid="3" name="cpersDivision">
    <vt:lpwstr>9;#PAOF|cb6db5d6-03b1-4e33-bf3d-e439b651dc5e</vt:lpwstr>
  </property>
  <property fmtid="{D5CDD505-2E9C-101B-9397-08002B2CF9AE}" pid="4" name="ContentTypeId">
    <vt:lpwstr>0x010100F7C8A92E958EC1489A70399484143F470B009D6D4BDB53EE264B884B5517D21E9D5B</vt:lpwstr>
  </property>
</Properties>
</file>